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d5757e2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d5757e2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5757e2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5757e2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d0819207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d0819207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5757e2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d5757e2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d5757e2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d5757e2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5757e2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5757e2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5757e2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d5757e2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5757e2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5757e2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d5757e2a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d5757e2a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5757e2a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d5757e2a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d5757e2a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d5757e2a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d5757e2a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d5757e2a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d5757e2a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d5757e2a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5757e2a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5757e2a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5757e2a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5757e2a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d5757e2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d5757e2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CRUD APIs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2 feedback sent over Slack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Changing the schedule again…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 will no longer have HW 12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will be focused on 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want to give you more time to focus on your Final Project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Focused on Supabase (very similar to what we will do today)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Can be an extension of Project 2, but doesn’t have to be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Good styling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CRUD functionality around something you care about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Movie watchlist, recent books, workout log, bucket list, expense tracker, etc.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your final deliverable,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should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be focused on what you have been building throughout the semester with Project 1 &amp;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Parts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Website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Share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Reflect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 -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Mostly final touches, polishing a deliverable product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Focus on practicality! Finish strong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Include a small, meaningful feature with JavaScript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Dark mode toggle, project view counter, scroll animation, dynamic display for GitHub repos/last commit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Different from what you did with Project 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 - Share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feedback on your website from 5 people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Integrate at least one piece of feedback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Share your website on LinkedIn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 - Reflect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Instructor interview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Final project website review, plans for the future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Student ratings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Feedback survey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and Final Project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Any questions?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should we only make one API call here?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Frontend vs backend considerations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was it trying to read API documentation?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 is an open source backend-as-a-service (BaaS)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Built on a PostgreSQL database (just a specific flavor of SQL)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Built in APIs ready to 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onvenient, easy to use, and free!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/>
          <p:nvPr/>
        </p:nvSpPr>
        <p:spPr>
          <a:xfrm>
            <a:off x="3688225" y="488850"/>
            <a:ext cx="4445100" cy="41658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8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925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1010725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Frontend</a:t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63038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Database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7400" y="1657125"/>
            <a:ext cx="1829251" cy="182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3657250" y="119542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Backend</a:t>
            </a:r>
            <a:endParaRPr b="1" sz="1800">
              <a:solidFill>
                <a:schemeClr val="lt2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607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5824" y="2114437"/>
            <a:ext cx="914625" cy="9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2725568" y="3125247"/>
            <a:ext cx="10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API</a:t>
            </a:r>
            <a:endParaRPr b="1" sz="1800">
              <a:solidFill>
                <a:srgbClr val="6AA84F"/>
              </a:solidFill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4998438" y="6581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Supabase</a:t>
            </a:r>
            <a:endParaRPr b="1" sz="1800">
              <a:solidFill>
                <a:srgbClr val="6AA84F"/>
              </a:solidFill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6370450" y="3486375"/>
            <a:ext cx="182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</a:rPr>
              <a:t>PostgreSQL</a:t>
            </a:r>
            <a:endParaRPr b="1" sz="18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Helps providers know who is using their API and how much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 acts as a password to identify you to an API provider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Most API keys you will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NEVER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store in your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 allows us to use what they call a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Publishable Key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a key that’s meant to be exposed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Row Level Security (RLS)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Lets you restrict who can read/write what to a database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Allows the security to live at the database layer, not the API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 are turning off RLS for your projects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This is a security risk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essentially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exposing your Supabase tables to anyone smart enough to find your key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this is okay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You’re on a free Supabase account, you can’t get charged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The worst thing that could happen is your database crashing. In that case just rotate the key and start it up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Don’t put any sensitive data into Supabase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Think of your tables as a fully public database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 Walkthrough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 functions for each Supabase operation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Read all rows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Create new row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Delete row by ID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Edit row by ID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 (part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each function, tie it to an action from the 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actions/elements could we tie each operation to?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