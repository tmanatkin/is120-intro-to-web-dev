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992b65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992b65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992b656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992b656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2992b656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2992b656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2992b656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2992b656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2992b656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2992b656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2992b656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2992b656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2992b656c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2992b656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2992b656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2992b656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b11784e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b11784e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2992b656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2992b65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2992b65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2992b65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2992b656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2992b656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2992b656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2992b656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2992b656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2992b656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2992b656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2992b656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992b656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992b656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2992b656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2992b656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molcss.dev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Box Model, Display, and Position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HW5 will be up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 class Wednesday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1 next week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DM me your project idea by Saturday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b="6496" l="0" r="27029" t="17521"/>
          <a:stretch/>
        </p:blipFill>
        <p:spPr>
          <a:xfrm>
            <a:off x="1433513" y="733425"/>
            <a:ext cx="627697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ClawdBot   -&gt;   MoltBot   -&gt;   OpenBot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2700" y="152400"/>
            <a:ext cx="2414626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800" y="152400"/>
            <a:ext cx="3165017" cy="483869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708463" y="1009725"/>
            <a:ext cx="2715600" cy="12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Full unrestricted computer access from any messaging app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708463" y="2981400"/>
            <a:ext cx="2715600" cy="12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100k+ GitHub stars in less than a month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 title="Screenshot 2026-02-02 at 11.25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317300"/>
            <a:ext cx="8534402" cy="25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IMG_9028.PNG"/>
          <p:cNvPicPr preferRelativeResize="0"/>
          <p:nvPr/>
        </p:nvPicPr>
        <p:blipFill rotWithShape="1">
          <a:blip r:embed="rId3">
            <a:alphaModFix/>
          </a:blip>
          <a:srcRect b="41549" l="0" r="0" t="17911"/>
          <a:stretch/>
        </p:blipFill>
        <p:spPr>
          <a:xfrm>
            <a:off x="500075" y="810649"/>
            <a:ext cx="3858225" cy="338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 title="IMG_9028.PNG"/>
          <p:cNvPicPr preferRelativeResize="0"/>
          <p:nvPr/>
        </p:nvPicPr>
        <p:blipFill rotWithShape="1">
          <a:blip r:embed="rId3">
            <a:alphaModFix/>
          </a:blip>
          <a:srcRect b="9842" l="0" r="0" t="58603"/>
          <a:stretch/>
        </p:blipFill>
        <p:spPr>
          <a:xfrm>
            <a:off x="4785700" y="810650"/>
            <a:ext cx="3858225" cy="2638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Screenshot 2026-02-02 at 11.22.3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810900"/>
            <a:ext cx="6391273" cy="35216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6429375" y="15497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Prompt injection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Poisoned plugins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API key leaks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Exposed ports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Takeaways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 careful with new technologies (especially scary AI ones)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Learn how technologies work before using them blindly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Even with powerful AI, we still need humans in the loop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Box Model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08" name="Google Shape;1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90850"/>
            <a:ext cx="679284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/>
          <p:nvPr/>
        </p:nvSpPr>
        <p:spPr>
          <a:xfrm>
            <a:off x="4267200" y="1371600"/>
            <a:ext cx="790500" cy="333300"/>
          </a:xfrm>
          <a:prstGeom prst="rect">
            <a:avLst/>
          </a:prstGeom>
          <a:solidFill>
            <a:srgbClr val="313F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/>
          <p:nvPr/>
        </p:nvSpPr>
        <p:spPr>
          <a:xfrm>
            <a:off x="1609725" y="2914650"/>
            <a:ext cx="790500" cy="333300"/>
          </a:xfrm>
          <a:prstGeom prst="rect">
            <a:avLst/>
          </a:prstGeom>
          <a:solidFill>
            <a:srgbClr val="313F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/>
          <p:nvPr/>
        </p:nvSpPr>
        <p:spPr>
          <a:xfrm>
            <a:off x="4267200" y="4305300"/>
            <a:ext cx="790500" cy="333300"/>
          </a:xfrm>
          <a:prstGeom prst="rect">
            <a:avLst/>
          </a:prstGeom>
          <a:solidFill>
            <a:srgbClr val="313F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6800850" y="2914650"/>
            <a:ext cx="790500" cy="333300"/>
          </a:xfrm>
          <a:prstGeom prst="rect">
            <a:avLst/>
          </a:prstGeom>
          <a:solidFill>
            <a:srgbClr val="313F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3393450" y="3231600"/>
            <a:ext cx="2340000" cy="162000"/>
          </a:xfrm>
          <a:prstGeom prst="rect">
            <a:avLst/>
          </a:prstGeom>
          <a:solidFill>
            <a:srgbClr val="FFA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/>
          <p:nvPr/>
        </p:nvSpPr>
        <p:spPr>
          <a:xfrm>
            <a:off x="5640700" y="2752650"/>
            <a:ext cx="114000" cy="428700"/>
          </a:xfrm>
          <a:prstGeom prst="rect">
            <a:avLst/>
          </a:prstGeom>
          <a:solidFill>
            <a:srgbClr val="FFA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Box Model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90838"/>
            <a:ext cx="6792851" cy="382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Box Model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90838"/>
            <a:ext cx="6792851" cy="382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/>
          <p:nvPr/>
        </p:nvSpPr>
        <p:spPr>
          <a:xfrm>
            <a:off x="1911050" y="1981700"/>
            <a:ext cx="1506300" cy="2016900"/>
          </a:xfrm>
          <a:prstGeom prst="rect">
            <a:avLst/>
          </a:prstGeom>
          <a:solidFill>
            <a:srgbClr val="4A86E8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type="title"/>
          </p:nvPr>
        </p:nvSpPr>
        <p:spPr>
          <a:xfrm>
            <a:off x="1149900" y="97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Content</a:t>
            </a:r>
            <a:endParaRPr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Box Model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90838"/>
            <a:ext cx="6792851" cy="382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/>
          <p:nvPr/>
        </p:nvSpPr>
        <p:spPr>
          <a:xfrm flipH="1" rot="10800000">
            <a:off x="1797850" y="1758500"/>
            <a:ext cx="1726500" cy="2232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/>
          <p:nvPr/>
        </p:nvSpPr>
        <p:spPr>
          <a:xfrm flipH="1" rot="10800000">
            <a:off x="1799175" y="3998700"/>
            <a:ext cx="1724700" cy="2331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 flipH="1">
            <a:off x="1797350" y="1981700"/>
            <a:ext cx="113700" cy="20169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"/>
          <p:cNvSpPr/>
          <p:nvPr/>
        </p:nvSpPr>
        <p:spPr>
          <a:xfrm flipH="1">
            <a:off x="3417550" y="1981700"/>
            <a:ext cx="105300" cy="2016900"/>
          </a:xfrm>
          <a:prstGeom prst="rect">
            <a:avLst/>
          </a:prstGeom>
          <a:solidFill>
            <a:srgbClr val="93C47D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type="title"/>
          </p:nvPr>
        </p:nvSpPr>
        <p:spPr>
          <a:xfrm>
            <a:off x="1149900" y="97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3C47D"/>
                </a:solidFill>
                <a:latin typeface="Consolas"/>
                <a:ea typeface="Consolas"/>
                <a:cs typeface="Consolas"/>
                <a:sym typeface="Consolas"/>
              </a:rPr>
              <a:t>Padding</a:t>
            </a:r>
            <a:endParaRPr>
              <a:solidFill>
                <a:srgbClr val="93C47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Box Model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90838"/>
            <a:ext cx="6792851" cy="382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/>
          <p:nvPr/>
        </p:nvSpPr>
        <p:spPr>
          <a:xfrm flipH="1" rot="10800000">
            <a:off x="1796475" y="1750075"/>
            <a:ext cx="1731000" cy="2488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type="title"/>
          </p:nvPr>
        </p:nvSpPr>
        <p:spPr>
          <a:xfrm>
            <a:off x="1149900" y="97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Border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Box Model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575" y="1090838"/>
            <a:ext cx="6792851" cy="382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/>
          <p:nvPr/>
        </p:nvSpPr>
        <p:spPr>
          <a:xfrm>
            <a:off x="3533575" y="1516175"/>
            <a:ext cx="225300" cy="2953800"/>
          </a:xfrm>
          <a:prstGeom prst="rect">
            <a:avLst/>
          </a:prstGeom>
          <a:solidFill>
            <a:srgbClr val="FF9900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/>
          <p:nvPr/>
        </p:nvSpPr>
        <p:spPr>
          <a:xfrm>
            <a:off x="1565425" y="1516100"/>
            <a:ext cx="225300" cy="2953800"/>
          </a:xfrm>
          <a:prstGeom prst="rect">
            <a:avLst/>
          </a:prstGeom>
          <a:solidFill>
            <a:srgbClr val="FF9900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7"/>
          <p:cNvSpPr/>
          <p:nvPr/>
        </p:nvSpPr>
        <p:spPr>
          <a:xfrm rot="5400000">
            <a:off x="2549625" y="3485725"/>
            <a:ext cx="225300" cy="1743000"/>
          </a:xfrm>
          <a:prstGeom prst="rect">
            <a:avLst/>
          </a:prstGeom>
          <a:solidFill>
            <a:srgbClr val="FF9900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7"/>
          <p:cNvSpPr/>
          <p:nvPr/>
        </p:nvSpPr>
        <p:spPr>
          <a:xfrm rot="5400000">
            <a:off x="2549625" y="757325"/>
            <a:ext cx="225300" cy="1743000"/>
          </a:xfrm>
          <a:prstGeom prst="rect">
            <a:avLst/>
          </a:prstGeom>
          <a:solidFill>
            <a:srgbClr val="FF9900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7"/>
          <p:cNvSpPr txBox="1"/>
          <p:nvPr>
            <p:ph type="title"/>
          </p:nvPr>
        </p:nvSpPr>
        <p:spPr>
          <a:xfrm>
            <a:off x="1149900" y="97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Margin</a:t>
            </a:r>
            <a:endParaRPr>
              <a:solidFill>
                <a:srgbClr val="FF99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Box Model Example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https://smolcss.dev/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/>
        </p:nvSpPr>
        <p:spPr>
          <a:xfrm>
            <a:off x="311700" y="1714075"/>
            <a:ext cx="8520600" cy="2854800"/>
          </a:xfrm>
          <a:prstGeom prst="rect">
            <a:avLst/>
          </a:prstGeom>
          <a:solidFill>
            <a:srgbClr val="313F84"/>
          </a:solidFill>
          <a:ln>
            <a:noFill/>
          </a:ln>
        </p:spPr>
        <p:txBody>
          <a:bodyPr anchorCtr="0" anchor="ctr" bIns="86775" lIns="86775" spcFirstLastPara="1" rIns="86775" wrap="square" tIns="86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9"/>
          </a:p>
        </p:txBody>
      </p:sp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Box Sizing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 rotWithShape="1">
          <a:blip r:embed="rId3">
            <a:alphaModFix/>
          </a:blip>
          <a:srcRect b="16186" l="18788" r="16424" t="15805"/>
          <a:stretch/>
        </p:blipFill>
        <p:spPr>
          <a:xfrm>
            <a:off x="528437" y="1950654"/>
            <a:ext cx="3950866" cy="233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/>
          <p:nvPr/>
        </p:nvSpPr>
        <p:spPr>
          <a:xfrm>
            <a:off x="1373519" y="3330126"/>
            <a:ext cx="2100600" cy="145200"/>
          </a:xfrm>
          <a:prstGeom prst="rect">
            <a:avLst/>
          </a:prstGeom>
          <a:solidFill>
            <a:srgbClr val="FFA758"/>
          </a:solidFill>
          <a:ln>
            <a:noFill/>
          </a:ln>
        </p:spPr>
        <p:txBody>
          <a:bodyPr anchorCtr="0" anchor="ctr" bIns="82075" lIns="82075" spcFirstLastPara="1" rIns="82075" wrap="square" tIns="82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</p:txBody>
      </p:sp>
      <p:sp>
        <p:nvSpPr>
          <p:cNvPr id="173" name="Google Shape;173;p29"/>
          <p:cNvSpPr/>
          <p:nvPr/>
        </p:nvSpPr>
        <p:spPr>
          <a:xfrm>
            <a:off x="3390898" y="2900166"/>
            <a:ext cx="102300" cy="385200"/>
          </a:xfrm>
          <a:prstGeom prst="rect">
            <a:avLst/>
          </a:prstGeom>
          <a:solidFill>
            <a:srgbClr val="FFA758"/>
          </a:solidFill>
          <a:ln>
            <a:noFill/>
          </a:ln>
        </p:spPr>
        <p:txBody>
          <a:bodyPr anchorCtr="0" anchor="ctr" bIns="82075" lIns="82075" spcFirstLastPara="1" rIns="82075" wrap="square" tIns="82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</p:txBody>
      </p:sp>
      <p:pic>
        <p:nvPicPr>
          <p:cNvPr id="174" name="Google Shape;174;p29"/>
          <p:cNvPicPr preferRelativeResize="0"/>
          <p:nvPr/>
        </p:nvPicPr>
        <p:blipFill rotWithShape="1">
          <a:blip r:embed="rId3">
            <a:alphaModFix/>
          </a:blip>
          <a:srcRect b="16186" l="18788" r="16424" t="15805"/>
          <a:stretch/>
        </p:blipFill>
        <p:spPr>
          <a:xfrm>
            <a:off x="4664839" y="1950654"/>
            <a:ext cx="3950866" cy="233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/>
          <p:nvPr/>
        </p:nvSpPr>
        <p:spPr>
          <a:xfrm>
            <a:off x="5509921" y="3330126"/>
            <a:ext cx="2100600" cy="145200"/>
          </a:xfrm>
          <a:prstGeom prst="rect">
            <a:avLst/>
          </a:prstGeom>
          <a:solidFill>
            <a:srgbClr val="FFA758"/>
          </a:solidFill>
          <a:ln>
            <a:noFill/>
          </a:ln>
        </p:spPr>
        <p:txBody>
          <a:bodyPr anchorCtr="0" anchor="ctr" bIns="82075" lIns="82075" spcFirstLastPara="1" rIns="82075" wrap="square" tIns="82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</p:txBody>
      </p:sp>
      <p:sp>
        <p:nvSpPr>
          <p:cNvPr id="176" name="Google Shape;176;p29"/>
          <p:cNvSpPr/>
          <p:nvPr/>
        </p:nvSpPr>
        <p:spPr>
          <a:xfrm>
            <a:off x="7527301" y="2900166"/>
            <a:ext cx="102300" cy="385200"/>
          </a:xfrm>
          <a:prstGeom prst="rect">
            <a:avLst/>
          </a:prstGeom>
          <a:solidFill>
            <a:srgbClr val="FFA758"/>
          </a:solidFill>
          <a:ln>
            <a:noFill/>
          </a:ln>
        </p:spPr>
        <p:txBody>
          <a:bodyPr anchorCtr="0" anchor="ctr" bIns="82075" lIns="82075" spcFirstLastPara="1" rIns="82075" wrap="square" tIns="82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</p:txBody>
      </p:sp>
      <p:sp>
        <p:nvSpPr>
          <p:cNvPr id="177" name="Google Shape;177;p29"/>
          <p:cNvSpPr txBox="1"/>
          <p:nvPr>
            <p:ph type="title"/>
          </p:nvPr>
        </p:nvSpPr>
        <p:spPr>
          <a:xfrm>
            <a:off x="4768675" y="1079550"/>
            <a:ext cx="406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Border-Box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1079550"/>
            <a:ext cx="406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Content-Box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2114834" y="3248826"/>
            <a:ext cx="61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0000"/>
                </a:solidFill>
              </a:rPr>
              <a:t>WIDTH</a:t>
            </a:r>
            <a:endParaRPr b="1" sz="800">
              <a:solidFill>
                <a:srgbClr val="FF0000"/>
              </a:solidFill>
            </a:endParaRPr>
          </a:p>
        </p:txBody>
      </p:sp>
      <p:sp>
        <p:nvSpPr>
          <p:cNvPr id="180" name="Google Shape;180;p29"/>
          <p:cNvSpPr/>
          <p:nvPr/>
        </p:nvSpPr>
        <p:spPr>
          <a:xfrm rot="5400000">
            <a:off x="3149571" y="3068175"/>
            <a:ext cx="682500" cy="113100"/>
          </a:xfrm>
          <a:prstGeom prst="leftRightArrow">
            <a:avLst>
              <a:gd fmla="val 15694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 txBox="1"/>
          <p:nvPr/>
        </p:nvSpPr>
        <p:spPr>
          <a:xfrm rot="5400000">
            <a:off x="3205104" y="2904411"/>
            <a:ext cx="7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0000"/>
                </a:solidFill>
              </a:rPr>
              <a:t>HEIGHT</a:t>
            </a:r>
            <a:endParaRPr b="1" sz="800">
              <a:solidFill>
                <a:srgbClr val="FF0000"/>
              </a:solidFill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1373525" y="3263811"/>
            <a:ext cx="2260800" cy="113100"/>
          </a:xfrm>
          <a:prstGeom prst="leftRightArrow">
            <a:avLst>
              <a:gd fmla="val 15694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9"/>
          <p:cNvSpPr/>
          <p:nvPr/>
        </p:nvSpPr>
        <p:spPr>
          <a:xfrm>
            <a:off x="5020901" y="3751475"/>
            <a:ext cx="3240600" cy="113100"/>
          </a:xfrm>
          <a:prstGeom prst="leftRightArrow">
            <a:avLst>
              <a:gd fmla="val 15694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6332206" y="3732231"/>
            <a:ext cx="61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0000"/>
                </a:solidFill>
              </a:rPr>
              <a:t>WIDTH</a:t>
            </a:r>
            <a:endParaRPr b="1" sz="800">
              <a:solidFill>
                <a:srgbClr val="FF0000"/>
              </a:solidFill>
            </a:endParaRPr>
          </a:p>
        </p:txBody>
      </p:sp>
      <p:sp>
        <p:nvSpPr>
          <p:cNvPr id="185" name="Google Shape;185;p29"/>
          <p:cNvSpPr/>
          <p:nvPr/>
        </p:nvSpPr>
        <p:spPr>
          <a:xfrm rot="5400000">
            <a:off x="7285350" y="3064228"/>
            <a:ext cx="1665600" cy="113100"/>
          </a:xfrm>
          <a:prstGeom prst="leftRightArrow">
            <a:avLst>
              <a:gd fmla="val 15694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9"/>
          <p:cNvSpPr txBox="1"/>
          <p:nvPr/>
        </p:nvSpPr>
        <p:spPr>
          <a:xfrm rot="5400000">
            <a:off x="7836255" y="2987585"/>
            <a:ext cx="7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0000"/>
                </a:solidFill>
              </a:rPr>
              <a:t>HEIGHT</a:t>
            </a:r>
            <a:endParaRPr b="1"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Let’s go write some CSS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