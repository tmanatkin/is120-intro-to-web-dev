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b11784e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b11784e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bdd463c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bdd463c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fe1fcc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dfe1fcc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fe1fccf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dfe1fccf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e0753cbf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e0753cbf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fe1fccf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dfe1fccf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dfe1fccf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dfe1fccf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fe1fccf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dfe1fccf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dfe1fccf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dfe1fccf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dfe1fccf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dfe1fccf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dfe1fccf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dfe1fccf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dfe1fccf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dfe1fccf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fe1fccf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dfe1fccf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fe1fccf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dfe1fccf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dfe1fccf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dfe1fccf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fe1fccf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dfe1fccf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dfe1fccf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dfe1fccf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e0753cbf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e0753cbf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e0753cbf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e0753cbf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e0753cb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e0753cb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0753cbf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e0753cbf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e0753cbf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e0753cbf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e0753cbf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e0753cbf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e0753cbf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e0753cbf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e0753cbf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e0753cbf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e0753cbf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e0753cbf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e0753cbf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e0753cbf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e0753cbf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e0753cbf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e0753cbf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e0753cbf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e0753cbf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e0753cbf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e0753cbf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e0753cbf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e0753cbf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e0753cbf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Web Design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Class schedule has changed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Dev Tool Demo sign up coming this week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Screenshot 2026-01-26 at 10.47.22 AM.png"/>
          <p:cNvPicPr preferRelativeResize="0"/>
          <p:nvPr/>
        </p:nvPicPr>
        <p:blipFill rotWithShape="1">
          <a:blip r:embed="rId3">
            <a:alphaModFix/>
          </a:blip>
          <a:srcRect b="0" l="50461" r="0" t="0"/>
          <a:stretch/>
        </p:blipFill>
        <p:spPr>
          <a:xfrm>
            <a:off x="399858" y="1262375"/>
            <a:ext cx="4203740" cy="30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Screenshot 2026-01-26 at 10.47.22 AM.png"/>
          <p:cNvPicPr preferRelativeResize="0"/>
          <p:nvPr/>
        </p:nvPicPr>
        <p:blipFill rotWithShape="1">
          <a:blip r:embed="rId3">
            <a:alphaModFix/>
          </a:blip>
          <a:srcRect b="0" l="0" r="51205" t="0"/>
          <a:stretch/>
        </p:blipFill>
        <p:spPr>
          <a:xfrm>
            <a:off x="4603600" y="1262375"/>
            <a:ext cx="4140549" cy="30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Why care about design?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care about design?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Design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the first thing communicated to the user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Users will decide your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credibility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and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before even reading a word from your website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Once you learn the right or wrong things to look for, you will see it everywhere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CRAP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Consolas"/>
                <a:ea typeface="Consolas"/>
                <a:cs typeface="Consolas"/>
                <a:sym typeface="Consolas"/>
              </a:rPr>
              <a:t>Contrast - </a:t>
            </a:r>
            <a:r>
              <a:rPr lang="en" sz="2420">
                <a:latin typeface="Consolas"/>
                <a:ea typeface="Consolas"/>
                <a:cs typeface="Consolas"/>
                <a:sym typeface="Consolas"/>
              </a:rPr>
              <a:t>Repetition - Alignment - Proximity</a:t>
            </a:r>
            <a:endParaRPr sz="24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Contrast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Screenshot 2026-01-25 at 10.00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75" y="152400"/>
            <a:ext cx="3717003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 title="Screenshot 2026-01-25 at 10.00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778" y="152400"/>
            <a:ext cx="381534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Screenshot 2026-01-25 at 10.01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88" y="685688"/>
            <a:ext cx="3805400" cy="377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0" title="Screenshot 2026-01-25 at 10.03.1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6807" y="713038"/>
            <a:ext cx="3805405" cy="3717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Screenshot 2026-01-25 at 10.04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475" y="338525"/>
            <a:ext cx="4021154" cy="446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1" title="Screenshot 2026-01-25 at 10.04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583" y="338525"/>
            <a:ext cx="3995590" cy="446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Repetition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 title="Screenshot 2026-01-25 at 10.08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600" y="322475"/>
            <a:ext cx="3748800" cy="449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 title="Screenshot 2026-01-25 at 10.08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1450" y="166788"/>
            <a:ext cx="3301100" cy="48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5" title="Screenshot 2026-01-25 at 10.10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250" y="667337"/>
            <a:ext cx="3808674" cy="262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5" title="Screenshot 2026-01-25 at 10.11.0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624" y="55350"/>
            <a:ext cx="381738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>
            <p:ph type="title"/>
          </p:nvPr>
        </p:nvSpPr>
        <p:spPr>
          <a:xfrm>
            <a:off x="4819500" y="3723475"/>
            <a:ext cx="3742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Repetition = Consistency</a:t>
            </a:r>
            <a:endParaRPr b="1"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Alignment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7" title="Screenshot 2026-01-25 at 10.12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00" y="278911"/>
            <a:ext cx="4138549" cy="245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7" title="Screenshot 2026-01-25 at 10.13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050" y="272663"/>
            <a:ext cx="4138551" cy="24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 title="Screenshot 2026-01-25 at 10.14.0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9097" y="2692936"/>
            <a:ext cx="4138550" cy="2402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8" title="Screenshot 2026-01-25 at 10.15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738" y="785787"/>
            <a:ext cx="8000526" cy="35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9" title="Screenshot 2026-01-25 at 10.16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63" y="152400"/>
            <a:ext cx="4134034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9" title="Screenshot 2026-01-25 at 10.17.0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672" y="152400"/>
            <a:ext cx="405826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0" title="Screenshot 2026-01-25 at 10.17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00" y="1059512"/>
            <a:ext cx="4282594" cy="3024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 title="Screenshot 2026-01-25 at 10.17.3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6700" y="1029596"/>
            <a:ext cx="4360249" cy="308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Proximity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 title="Screenshot 2026-01-25 at 10.27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275" y="1151687"/>
            <a:ext cx="4135325" cy="28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2" title="Screenshot 2026-01-25 at 10.27.2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400" y="1149975"/>
            <a:ext cx="4135325" cy="2843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 title="Screenshot 2026-01-25 at 10.26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88" y="152400"/>
            <a:ext cx="407257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3" title="Screenshot 2026-01-25 at 10.26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635" y="152400"/>
            <a:ext cx="410237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4" title="Screenshot 2026-01-25 at 10.35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00" y="981513"/>
            <a:ext cx="4126476" cy="31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4" title="Screenshot 2026-01-25 at 10.35.1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884" y="961612"/>
            <a:ext cx="4195392" cy="32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CRAP Examples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60/30/10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" y="0"/>
            <a:ext cx="91439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" y="0"/>
            <a:ext cx="91440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" y="0"/>
            <a:ext cx="91440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" y="0"/>
            <a:ext cx="91440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60/30/10 Examples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latin typeface="Consolas"/>
                <a:ea typeface="Consolas"/>
                <a:cs typeface="Consolas"/>
                <a:sym typeface="Consolas"/>
              </a:rPr>
              <a:t>Less Is More</a:t>
            </a:r>
            <a:endParaRPr sz="402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Website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Take 2 minutes to find a website that you use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Explain how well it does CRAP, 60/30/10, and less is more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