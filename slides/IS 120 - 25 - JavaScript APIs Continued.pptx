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733133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0733133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e09cb65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e09cb65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e09cb65c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e09cb65c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d5757e2af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d5757e2a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e09cb65c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e09cb65c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e09cb65c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e09cb65c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e09cb65c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e09cb65c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e09cb65c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e09cb65c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e09cb65c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e09cb65c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e09cb65c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e09cb65c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d5757e2a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d5757e2a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e09cb65c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e09cb65c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e09cb65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e09cb65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e09cb65c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e09cb65c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example.com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oogle.com" TargetMode="External"/><Relationship Id="rId4" Type="http://schemas.openxmlformats.org/officeDocument/2006/relationships/hyperlink" Target="https://api.github.com/users/tmanatkin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APIs Continued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Announcements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Project 3 due Saturday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Requirements are in the class repo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Will be very similar to what we do today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day works best for end of semester interviews?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5395" y="0"/>
            <a:ext cx="2893209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IMG_9320.PNG"/>
          <p:cNvPicPr preferRelativeResize="0"/>
          <p:nvPr/>
        </p:nvPicPr>
        <p:blipFill rotWithShape="1">
          <a:blip r:embed="rId3">
            <a:alphaModFix/>
          </a:blip>
          <a:srcRect b="10500" l="0" r="0" t="12689"/>
          <a:stretch/>
        </p:blipFill>
        <p:spPr>
          <a:xfrm>
            <a:off x="1725525" y="361100"/>
            <a:ext cx="2655974" cy="4421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6" title="IMG_9321.PNG"/>
          <p:cNvPicPr preferRelativeResize="0"/>
          <p:nvPr/>
        </p:nvPicPr>
        <p:blipFill rotWithShape="1">
          <a:blip r:embed="rId4">
            <a:alphaModFix/>
          </a:blip>
          <a:srcRect b="10500" l="0" r="0" t="12689"/>
          <a:stretch/>
        </p:blipFill>
        <p:spPr>
          <a:xfrm>
            <a:off x="4762501" y="361100"/>
            <a:ext cx="2655974" cy="4421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CRUD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Create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Read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Delete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CRUD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Create	-&gt; inser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t, add, save, submit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Read	-&gt; select, get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Update	-&gt; edit, change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Delete	-&gt; remove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HTTP Requests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You have already used these a ton! We just haven’t talked about what they are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HyperText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Transfer Protocol (HTTP)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↑ Look familiar?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HTTP Requests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You have already used these a ton! We just haven’t talked about what they are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HyperText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Transfer Protocol (HTTP)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Can send HTML pages, JSON for APIs, and lots of other things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HTTP Requests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URL -&gt;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http://example.com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(HTTPS means it’s secure)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Header -&gt; Contains authentication and type of data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Body -&gt; Actual content sent to the endpoint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(usually JSON) 	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Not all HTTP requests use a body.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Response -&gt; Sends back a status code and data (usually JSON)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200 OK, 404 Not Found, 401 Unauthorized, 500 Server Error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HTTP Request Types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GET 	-&gt;	Read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https://google.com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https://api.github.com/users/tmanatkin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POST	-&gt;	Create	(we will be writing a POST request later)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PUT		-&gt;	Update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DELETE	-&gt;	Delete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Pair Programming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Create functions for each Supabase operation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Read all rows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Create new row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Delete row by ID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Edit row by ID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Pair Programming (part 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 each function, tie it to an action from the DOM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actions/elements could we tie each operation to?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Get all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Edit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Delete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Create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 APIs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We’re going to use Vercel AI Gateway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Allows us to pick different models instead of being locked down to a single provider (OpenAI, Anthropic, Google, etc.)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 am going to give you my </a:t>
            </a:r>
            <a:r>
              <a:rPr b="1" lang="en" u="sng">
                <a:latin typeface="Consolas"/>
                <a:ea typeface="Consolas"/>
                <a:cs typeface="Consolas"/>
                <a:sym typeface="Consolas"/>
              </a:rPr>
              <a:t>PRIVATE API KEY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So please be careful and don’t charge me $100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 API Demo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Last Day of Class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