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3313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3313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d0819207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d0819207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d09e3a5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cd09e3a5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d0819207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d0819207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d081920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d081920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0819207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d0819207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d0819207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d0819207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cd09e3a5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cd09e3a5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d0819207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d0819207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d0819207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d0819207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d0819207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d0819207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d0819207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d0819207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d0819207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d0819207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d0819207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d0819207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d0819207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d0819207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0819207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d0819207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d0819207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d0819207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d0819207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d0819207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d0819207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d0819207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d08192071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d0819207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d0819207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d0819207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d0819207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d0819207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d0819207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d0819207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bored-api.appbrewery.co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supabas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Intro to APIs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11 will be posted after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“name": "Sarah",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"age": 28,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"isStudent":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Rules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Top level must be an object or an array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{} or []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only uses double quotes “ ”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doesn’t allow comments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JSON methods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JSON.stringify() &lt;- turns a JS object into JSON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JSON.parse() &lt;- turns JSON into a JS object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Todo List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p18"/>
          <p:cNvSpPr txBox="1"/>
          <p:nvPr>
            <p:ph type="title"/>
          </p:nvPr>
        </p:nvSpPr>
        <p:spPr>
          <a:xfrm>
            <a:off x="3371525" y="2036850"/>
            <a:ext cx="19782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6661775" y="2036850"/>
            <a:ext cx="17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DOM Elements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" name="Google Shape;87;p18"/>
          <p:cNvSpPr txBox="1"/>
          <p:nvPr>
            <p:ph type="title"/>
          </p:nvPr>
        </p:nvSpPr>
        <p:spPr>
          <a:xfrm>
            <a:off x="663900" y="2036850"/>
            <a:ext cx="13002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8" name="Google Shape;88;p18"/>
          <p:cNvCxnSpPr>
            <a:stCxn id="87" idx="3"/>
            <a:endCxn id="85" idx="1"/>
          </p:cNvCxnSpPr>
          <p:nvPr/>
        </p:nvCxnSpPr>
        <p:spPr>
          <a:xfrm>
            <a:off x="1964100" y="2571750"/>
            <a:ext cx="1407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8"/>
          <p:cNvCxnSpPr>
            <a:stCxn id="85" idx="3"/>
            <a:endCxn id="86" idx="1"/>
          </p:cNvCxnSpPr>
          <p:nvPr/>
        </p:nvCxnSpPr>
        <p:spPr>
          <a:xfrm>
            <a:off x="5349725" y="2571750"/>
            <a:ext cx="131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8"/>
          <p:cNvSpPr txBox="1"/>
          <p:nvPr>
            <p:ph type="title"/>
          </p:nvPr>
        </p:nvSpPr>
        <p:spPr>
          <a:xfrm>
            <a:off x="1920832" y="1983979"/>
            <a:ext cx="130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Add item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5367340" y="1706302"/>
            <a:ext cx="13122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Render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Todo List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3371525" y="2036850"/>
            <a:ext cx="19782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" name="Google Shape;98;p19"/>
          <p:cNvSpPr txBox="1"/>
          <p:nvPr>
            <p:ph type="title"/>
          </p:nvPr>
        </p:nvSpPr>
        <p:spPr>
          <a:xfrm>
            <a:off x="6661775" y="2036850"/>
            <a:ext cx="17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DOM Elements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9"/>
          <p:cNvSpPr txBox="1"/>
          <p:nvPr>
            <p:ph type="title"/>
          </p:nvPr>
        </p:nvSpPr>
        <p:spPr>
          <a:xfrm>
            <a:off x="663900" y="2036850"/>
            <a:ext cx="13002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0" name="Google Shape;100;p19"/>
          <p:cNvCxnSpPr>
            <a:stCxn id="99" idx="3"/>
            <a:endCxn id="97" idx="1"/>
          </p:cNvCxnSpPr>
          <p:nvPr/>
        </p:nvCxnSpPr>
        <p:spPr>
          <a:xfrm>
            <a:off x="1964100" y="2571750"/>
            <a:ext cx="1407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9"/>
          <p:cNvCxnSpPr>
            <a:stCxn id="97" idx="3"/>
            <a:endCxn id="98" idx="1"/>
          </p:cNvCxnSpPr>
          <p:nvPr/>
        </p:nvCxnSpPr>
        <p:spPr>
          <a:xfrm>
            <a:off x="5349725" y="2571750"/>
            <a:ext cx="131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9"/>
          <p:cNvSpPr txBox="1"/>
          <p:nvPr>
            <p:ph type="title"/>
          </p:nvPr>
        </p:nvSpPr>
        <p:spPr>
          <a:xfrm>
            <a:off x="1920832" y="1983979"/>
            <a:ext cx="130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Add item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5367340" y="1706302"/>
            <a:ext cx="13122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Render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4" name="Google Shape;104;p19"/>
          <p:cNvCxnSpPr>
            <a:stCxn id="97" idx="2"/>
          </p:cNvCxnSpPr>
          <p:nvPr/>
        </p:nvCxnSpPr>
        <p:spPr>
          <a:xfrm>
            <a:off x="4360625" y="3106650"/>
            <a:ext cx="0" cy="49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9"/>
          <p:cNvSpPr txBox="1"/>
          <p:nvPr>
            <p:ph type="title"/>
          </p:nvPr>
        </p:nvSpPr>
        <p:spPr>
          <a:xfrm>
            <a:off x="3012982" y="3029554"/>
            <a:ext cx="130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371525" y="3602250"/>
            <a:ext cx="19782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Local Storage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Todo List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371525" y="2036850"/>
            <a:ext cx="19782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20"/>
          <p:cNvSpPr txBox="1"/>
          <p:nvPr>
            <p:ph type="title"/>
          </p:nvPr>
        </p:nvSpPr>
        <p:spPr>
          <a:xfrm>
            <a:off x="6661775" y="2036850"/>
            <a:ext cx="17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DOM Elements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4" name="Google Shape;114;p20"/>
          <p:cNvCxnSpPr>
            <a:stCxn id="112" idx="3"/>
            <a:endCxn id="113" idx="1"/>
          </p:cNvCxnSpPr>
          <p:nvPr/>
        </p:nvCxnSpPr>
        <p:spPr>
          <a:xfrm>
            <a:off x="5349725" y="2571750"/>
            <a:ext cx="131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20"/>
          <p:cNvSpPr txBox="1"/>
          <p:nvPr>
            <p:ph type="title"/>
          </p:nvPr>
        </p:nvSpPr>
        <p:spPr>
          <a:xfrm>
            <a:off x="5367340" y="1706302"/>
            <a:ext cx="13122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Render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6" name="Google Shape;116;p20"/>
          <p:cNvCxnSpPr>
            <a:stCxn id="117" idx="0"/>
            <a:endCxn id="112" idx="2"/>
          </p:cNvCxnSpPr>
          <p:nvPr/>
        </p:nvCxnSpPr>
        <p:spPr>
          <a:xfrm rot="10800000">
            <a:off x="4360625" y="3106650"/>
            <a:ext cx="0" cy="49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20"/>
          <p:cNvSpPr txBox="1"/>
          <p:nvPr>
            <p:ph type="title"/>
          </p:nvPr>
        </p:nvSpPr>
        <p:spPr>
          <a:xfrm>
            <a:off x="3371525" y="3602250"/>
            <a:ext cx="19782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Local Storage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20"/>
          <p:cNvSpPr txBox="1"/>
          <p:nvPr>
            <p:ph type="title"/>
          </p:nvPr>
        </p:nvSpPr>
        <p:spPr>
          <a:xfrm>
            <a:off x="3012982" y="3029554"/>
            <a:ext cx="130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29900" y="3815700"/>
            <a:ext cx="19782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 Load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0" name="Google Shape;120;p20"/>
          <p:cNvCxnSpPr>
            <a:stCxn id="119" idx="3"/>
            <a:endCxn id="117" idx="1"/>
          </p:cNvCxnSpPr>
          <p:nvPr/>
        </p:nvCxnSpPr>
        <p:spPr>
          <a:xfrm>
            <a:off x="2408100" y="4137150"/>
            <a:ext cx="963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0"/>
          <p:cNvSpPr txBox="1"/>
          <p:nvPr>
            <p:ph type="title"/>
          </p:nvPr>
        </p:nvSpPr>
        <p:spPr>
          <a:xfrm>
            <a:off x="2239657" y="4121898"/>
            <a:ext cx="130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If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Todo List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Where do we need JSON stringify and parse?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Todo List Review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Where do we need JSON stringify and parse?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should we use an array to store our to do items in local storage?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Application Programming Interface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way for programs to talk to each other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Most use a URL format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https://api.example.com/users/42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5" name="Google Shape;145;p24" title="Screenshot 2026-03-26 at 1.31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01" y="1017724"/>
            <a:ext cx="8506301" cy="3812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017725"/>
            <a:ext cx="762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 this class, we will focus on how to use APIs and integrate them into a frontend, but we won’t actually build them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That’s the job of a backend developer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 Types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Public: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Available to everyone, a way to give people public access to information or operations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Great way to use data or functionality someone else built without reinventing the wheel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Examples: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Weather, Google Maps, OpenAI, Spotify, etc.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Private	: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An API used internally by a business. Something you build for yourself only for you to use.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 Keys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Some public APIs require a key, some don’t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 keys let APIs know who is making the request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can be used to limit requests or charge for usage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OpenAI, Google Maps, Stripe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now, we will stick to APIs without keys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to Use an API?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Exact use differs by API, that’s why it’s important to read the documentation!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Some important terms to know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Base				-&gt; https://api.example.com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Endpoint			-&gt; /weather/today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Query Parameters	-&gt; /weather?city=Provo&amp;units=imperial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to Use an API?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 Endpoint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you’re asking from the API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Example: What’s the weather today?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https://api.example.com/weather/today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to Use an API?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 Query Parameters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you want the specific data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Starts with ?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separated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by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Example: What’s the weather today in Provo? Use imperial units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https://api.example.com/weather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?city=Provo&amp;units=imperial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to Use an API?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Not all APIs follow the same format, that’s why it’s important to look at documentation to understand how it is meant to be used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 Pair Programming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https://bored-api.appbrewery.com/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Paste the API calls as your browser URL. Don’t need JavaScript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random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all activities I can do with 3 people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all activities I can do that are cooking related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ctivity number 4179309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APIs with JavaScript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11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Complete instructions will be posted after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Before Next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Create a supabase account!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https://supabase.com/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