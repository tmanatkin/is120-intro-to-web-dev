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383ee5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383ee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e383ee51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e383ee5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383ee51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383ee5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5c895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5c895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ddbf21d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ddbf21d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 Tool Demos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2 is due this week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Dev tool demos added to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requirements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unit is coming up!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 will try to get the schedule figured out soon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8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partner, explain your solution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8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partner, explain your solution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were your solutions?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8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partner, explain your solution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were your solutions?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 Tool Demos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Khroma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