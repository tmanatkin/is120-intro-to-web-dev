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d09e3a5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d09e3a5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d09e3a5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d09e3a5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d09e3a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d09e3a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cd09e3a5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cd09e3a5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d09e3a5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cd09e3a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cd09e3a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cd09e3a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6112a5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a6112a5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cd09e3a5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cd09e3a5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cd09e3a5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cd09e3a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cd09e3a5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cd09e3a5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cd09e3a5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cd09e3a5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cd09e3a5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cd09e3a5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d09e3a5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d09e3a5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cd09e3a54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cd09e3a5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cd09e3a5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cd09e3a5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d09e3a5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cd09e3a5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cd09e3a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cd09e3a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cd09e3a5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cd09e3a5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cd09e3a5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cd09e3a5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cd09e3a5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cd09e3a5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cd09e3a5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cd09e3a5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cd09e3a5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cd09e3a5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pp.sli.do/event/cFeLpwmdWFLLTW9EdJcX2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api.github.com/users/tmanatkin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jsonlint.com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Objects, JSON, and Storage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Added an extra HW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Points for Dev Tool Demo have been reduced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 is due April 16th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 is due April 22nd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Why is it important that your cards are generated dynamically based on the array instead of hardcoded in HTML?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Todo List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LinkedIn Wisdom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8" name="Google Shape;78;p17" title="IMG_9305.PNG"/>
          <p:cNvPicPr preferRelativeResize="0"/>
          <p:nvPr/>
        </p:nvPicPr>
        <p:blipFill rotWithShape="1">
          <a:blip r:embed="rId3">
            <a:alphaModFix/>
          </a:blip>
          <a:srcRect b="51019" l="0" r="0" t="19517"/>
          <a:stretch/>
        </p:blipFill>
        <p:spPr>
          <a:xfrm>
            <a:off x="206688" y="1241825"/>
            <a:ext cx="4315626" cy="2755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IMG_9305.PNG"/>
          <p:cNvPicPr preferRelativeResize="0"/>
          <p:nvPr/>
        </p:nvPicPr>
        <p:blipFill rotWithShape="1">
          <a:blip r:embed="rId3">
            <a:alphaModFix/>
          </a:blip>
          <a:srcRect b="22431" l="0" r="0" t="48105"/>
          <a:stretch/>
        </p:blipFill>
        <p:spPr>
          <a:xfrm>
            <a:off x="4621686" y="1241815"/>
            <a:ext cx="4315626" cy="275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LinkedIn Wisdom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5" name="Google Shape;85;p18" title="IMG_9307.PNG"/>
          <p:cNvPicPr preferRelativeResize="0"/>
          <p:nvPr/>
        </p:nvPicPr>
        <p:blipFill rotWithShape="1">
          <a:blip r:embed="rId3">
            <a:alphaModFix/>
          </a:blip>
          <a:srcRect b="68324" l="0" r="0" t="11738"/>
          <a:stretch/>
        </p:blipFill>
        <p:spPr>
          <a:xfrm>
            <a:off x="368950" y="1157096"/>
            <a:ext cx="4153570" cy="179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 title="IMG_9307.PNG"/>
          <p:cNvPicPr preferRelativeResize="0"/>
          <p:nvPr/>
        </p:nvPicPr>
        <p:blipFill rotWithShape="1">
          <a:blip r:embed="rId3">
            <a:alphaModFix/>
          </a:blip>
          <a:srcRect b="12158" l="0" r="0" t="52398"/>
          <a:stretch/>
        </p:blipFill>
        <p:spPr>
          <a:xfrm>
            <a:off x="4621481" y="1157108"/>
            <a:ext cx="4153570" cy="319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LinkedIn Wisdom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2" name="Google Shape;92;p19" title="IMG_9308.PNG"/>
          <p:cNvPicPr preferRelativeResize="0"/>
          <p:nvPr/>
        </p:nvPicPr>
        <p:blipFill rotWithShape="1">
          <a:blip r:embed="rId3">
            <a:alphaModFix/>
          </a:blip>
          <a:srcRect b="29282" l="0" r="0" t="31847"/>
          <a:stretch/>
        </p:blipFill>
        <p:spPr>
          <a:xfrm>
            <a:off x="2321785" y="1017725"/>
            <a:ext cx="4500428" cy="37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Future Class Topics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https://app.sli.do/event/cFeLpwmdWFLLTW9EdJcX2e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object is a collection of data stored using key value pairs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Also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referred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to as a dictionary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et person =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name: “Bob”,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age: 35,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isStudent: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 values are accessed by their keys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Keys can be used with dot or bracket notation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person.name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person[“name”]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 values are accessed by their keys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Keys can be used with dot or bracket notation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person.name	&lt;- does this look familiar?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person[“name”]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Objects vs 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is the use case for each of these?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Object Notation (JSON)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Formatted text used to represent data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Can be easily transformed to a JavaScript Object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“name": "Sarah",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"age": 28,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"isStudent":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 Object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const person =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name: "Sarah",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age: 28,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isStudent: true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Example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https://api.github.com/users/tmanatkin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Build a JSON file that represents a single student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 objects and arrays inside of other data structures to make this as organized as possible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Include name, classes, grades, contact info, etc.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Validator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https://jsonlint.com/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Rules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Top level must be an object or an array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{} or []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only uses double quotes “ 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 doesn’t allow comments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JSON.stringify() &lt;- turns a JS object into a JSON string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JSON.parse() &lt;- turns a JSON string back into a JS object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Parse JSON together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Storage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allows you to access two types of storage in the browser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localStorage			-&gt; Permanent until manually cleared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sessionStorage			-&gt; Clears when a page is closed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variables	-&gt; Clears when a page is refreshed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Storage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browser allows storage using key value pairs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localStorage.setItem("key", value)	-&gt; save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localStorage.getItem("key")			-&gt; read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localStorage.removeItem("key")		-&gt; delete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Revisit Todo 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