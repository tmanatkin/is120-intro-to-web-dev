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24e70d6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24e70d6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2624e70d6_0_1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2624e70d6_0_1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important, because in this class your computer will be “talking to itself” in a sense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50fa36d9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50fa36d9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50fa36d9b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50fa36d9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50fa36d9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50fa36d9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0fa36d9b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0fa36d9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50fa36d9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50fa36d9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submarinecablemap.com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ebkay.robinlinus.com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cnn.com/US/OJ/verdict/index.ht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120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 Internet / Intro to HTML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Is the Internet?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Computers talking to computers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 this class, your computer will be “talking to itself” a lot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2" name="Google Shape;62;p14" title="Grou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2697" y="2237872"/>
            <a:ext cx="5418599" cy="245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Is the Internet?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Non-centralized, distributed network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9" name="Google Shape;69;p15" title="undraw_connected-world_anke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9125" y="1325479"/>
            <a:ext cx="5405749" cy="401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Is the Internet Made Of?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Clients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Computers that </a:t>
            </a:r>
            <a:r>
              <a:rPr b="1" lang="en" u="sng">
                <a:latin typeface="Consolas"/>
                <a:ea typeface="Consolas"/>
                <a:cs typeface="Consolas"/>
                <a:sym typeface="Consolas"/>
              </a:rPr>
              <a:t>ask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for websites (Phone, laptop, etc.)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Servers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Computers that </a:t>
            </a:r>
            <a:r>
              <a:rPr b="1" lang="en" u="sng"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and </a:t>
            </a:r>
            <a:r>
              <a:rPr b="1" lang="en" u="sng">
                <a:latin typeface="Consolas"/>
                <a:ea typeface="Consolas"/>
                <a:cs typeface="Consolas"/>
                <a:sym typeface="Consolas"/>
              </a:rPr>
              <a:t>send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websites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Connections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Cables and wireless connections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https://www.submarinecablemap.com/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How Websites are Delivered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Browser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 application that can to </a:t>
            </a:r>
            <a:r>
              <a:rPr b="1" lang="en" u="sng">
                <a:latin typeface="Consolas"/>
                <a:ea typeface="Consolas"/>
                <a:cs typeface="Consolas"/>
                <a:sym typeface="Consolas"/>
              </a:rPr>
              <a:t>request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and </a:t>
            </a:r>
            <a:r>
              <a:rPr b="1" lang="en" u="sng">
                <a:latin typeface="Consolas"/>
                <a:ea typeface="Consolas"/>
                <a:cs typeface="Consolas"/>
                <a:sym typeface="Consolas"/>
              </a:rPr>
              <a:t>receive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websites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every browser knows about you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https://webkay.robinlinus.com/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 browser </a:t>
            </a:r>
            <a:r>
              <a:rPr b="1" lang="en" u="sng">
                <a:latin typeface="Consolas"/>
                <a:ea typeface="Consolas"/>
                <a:cs typeface="Consolas"/>
                <a:sym typeface="Consolas"/>
              </a:rPr>
              <a:t>renders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websites using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CSS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and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JavaScript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is HTML?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HyperText Markup Language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HTML is </a:t>
            </a:r>
            <a:r>
              <a:rPr b="1" lang="en" u="sng"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a programming language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It does not contain logic or instructions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Think of HTML as a blueprint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HTML was originally built to mimic books and articles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https://www.cnn.com/US/OJ/verdict/index.html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Intro to HTML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Open VS Code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