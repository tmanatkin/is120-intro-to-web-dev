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2624e70d6_0_1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2624e70d6_0_1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77e96357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77e96357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0733133f6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0733133f6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0733133f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0733133f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77e96357d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77e96357d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0733133f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0733133f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0733133f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0733133f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0733133f6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0733133f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77e96357d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77e96357d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0733133f6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d0733133f6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0733133f6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d0733133f6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0733133f6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d0733133f6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0733133f6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0733133f6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0733133f6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0733133f6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0733133f6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d0733133f6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0733133f6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0733133f6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0733133f6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0733133f6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0733133f6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0733133f6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0733133f6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0733133f6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0733133f6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d0733133f6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0733133f6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d0733133f6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.w3schools.com/html/html_form_input_types.asp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IS 120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 Functions, Events, and Input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Screenshot 2026-03-18 at 10.55.1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1650" y="152400"/>
            <a:ext cx="4080708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querySelector()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Selects the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single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first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element that matches a CSS selector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querySelector(“#id”)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querySelector(“.class”)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querySelector(“div”)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 DOM Properties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element.textContent				// read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element.textContent = "Hello"		// set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element.textContent += " more"	// append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element.innerHTML						// read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element.innerHTML = "&lt;h1&gt;Hey&lt;/h1&gt;"	// set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element.innerHTML += "&lt;p&gt;sup&lt;/p&gt;"	// append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 DOM Properties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element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.style.color = "red"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element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.style.backgroundColor = "blue"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element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.style.fontSize = "2rem"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element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.style.display = "block"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element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.style.margin = "0 auto"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element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.style.cssText = "color:red; margin:0px"	// set multiple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 DOM Properties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element.classList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element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.classList.add("active")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element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.classList.remove("active")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element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.classList.toggle("active")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element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.classList.contains("active")		// returns true/false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element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.classList.replace("old", "new")	// swap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 DOM Properties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5" name="Google Shape;9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img.src = "dog.png"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a.href = "https://example.com"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element.id = "main-title"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element.className = "card"	// replaces existing classes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 DOM Element Creation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You can create new HTML elements using the DOM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createElement(“div”)	-&gt; creates a new element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appendChild()			-&gt; choose where the new element goes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remove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()				-&gt; deletes element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 Functions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" name="Google Shape;10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Why functions?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Reusability and organization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Execute code based on DOM events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// this is a function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function doSomething(){}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 Functions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3" name="Google Shape;11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Function Parameters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function add(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num1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num2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){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return num1 + num2;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Function Arguments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add(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 Functions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9" name="Google Shape;119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Functions can have a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value, but don’t have to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function add(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num1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num2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){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return num1 + num2;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function add(num1, num2){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console.log(num1 + num2);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 Functions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" name="Google Shape;12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Variables are only available within the block or function where they were defined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function add(num1, num2){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const result = num1 + num2;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console.log(result) //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error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 Functions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" name="Google Shape;13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Variables are only available within the block or function where they were defined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const result;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function add(num1, num2){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result = num1 + num2;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console.log(result)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 Events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7" name="Google Shape;13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 event is something that happens in the browser, often caused by the user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99% of the time, this is going to be a “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click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” event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element.addEventListener("click", functionName);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 Events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3" name="Google Shape;143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You might see uses like this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&lt;button onclick="myFunction()"&gt;Click me&lt;/button&gt;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addEventListener() is industry standard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 and HTML should be isolated from one another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When you’re hunting for bugs, it’s easier to do it in a single JS file than trying to find every single button in your HTML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 Click Event Demo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HTML Input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4" name="Google Shape;154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New HTML tag!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&lt;input type="type"&gt;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Lots of different input types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https://www.w3schools.com/html/html_form_input_types.asp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All the ones you really need are 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text, number, radio, checkbox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HTML Input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0" name="Google Shape;160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&lt;label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for="textInput"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&gt;Text Input&lt;/label&gt;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&lt;input type="text"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id="textInput"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abel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attribute needs to match the input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id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This helps screen readers understand what the input is for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The label also increases the clickable area for input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Demo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HTML Input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6" name="Google Shape;166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Radio and checkbox inputs need an additional attributes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The name attribute needs to match to signal that they are part of the same group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The value attribute determines what the value is of the selected input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HTML Input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2" name="Google Shape;172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Input.value will always return a string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If you want it to be a number, you will need to turn that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into a number format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parseInt() -&gt;		converts string to a whole number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parseFloat() -&gt;	converts string into a number with decimals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