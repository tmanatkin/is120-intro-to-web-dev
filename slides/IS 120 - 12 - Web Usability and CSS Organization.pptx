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992b65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992b65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69aea1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a69aea1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a69aea17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a69aea17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a69aea17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a69aea17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a69aea17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a69aea17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a69aea17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a69aea17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a69aea17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a69aea17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a69aea17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a69aea17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a69aea17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a69aea17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a69aea17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a69aea17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a69aea17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a69aea17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a69aea17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a69aea17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Web Usability and CSS Organization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1 grades are posted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Feedback has been sent individually in Slack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Please respond if you have questions!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Dev Tool Demos on March 9th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Details and sign up sheet coming soon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and Grid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 you have a favorite?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Flexbox and Grid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 you have a favorite?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It’s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okay to have a favorite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but they’re both great for different uses (watch the video)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Web Usability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Usability conventions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Users expect the same patterns when they use the web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“Recognition Rather Than Recall” - Usability Heuristics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Creative constraints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Guardrails a designer or client might set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Navigation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Usability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Navigation bar at the top or left side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Clear labels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Logo link to “home” in top left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Navigation should look the same on every page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Examples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Header and Footer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Usability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Header and Footer should be universal across all pages of a website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Helps users get familiar with your website and know how to navigate 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Examples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Button and Link Usability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Buttons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Should look “clickable”: background color, padding, etc.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 primary style, maybe a secondary style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Links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Usually underlined and different color from text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Hover effects should imply interactivity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Sometimes It’s Okay to Break The Rules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Usability rules exist to help your website meet users expectations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Sometimes you can make that tradeoff and them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intentionally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in a unique way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Hover Effects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Take 5 minutes to go and find hover effects used on any live websites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See if you can find any normal button/link hover effects and ones that “break” the rule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Favicons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Small icon used in your web browser tab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Helps users identify your website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.ico file format (can also accept .png and .svg)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Favicon generator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Organization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Basic CSS Reset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Variables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Comments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Modify Project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Add a basic CSS Reset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Add CSS variables for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Colors (color-primary, color-background, etc.)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Fonts (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font-family,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font-size, etc.)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Any other reusable items (borders, transitions)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Add section and inline comments where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necessary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