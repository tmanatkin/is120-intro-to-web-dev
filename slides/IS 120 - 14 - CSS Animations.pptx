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2992b65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2992b65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4bae2f57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4bae2f57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4935b19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4935b19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4bae2f57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4bae2f57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4bae2f57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4bae2f57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4bae2f57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4bae2f57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4bae2f5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4bae2f5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4935b19e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4935b19e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4bae2f57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4bae2f57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4bae2f57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4bae2f57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4bae2f57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4bae2f57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4bae2f57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4bae2f57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4bae2f57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4bae2f57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w3c/csswg-drafts/issues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w3.org/TR/mediaqueries-5/#custom-mq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youtu.be/u5KQQWlIgGc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CSS Animations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Announcements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Halfway through the semester!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Dev Tool Demos are in 1 week (March 9th)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Start using and getting familiar with your tools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Sign up if you haven’t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Project 2 is coming up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CSS Spec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528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Spec -&gt; Specifications for how something works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W3C maintains the CSS Spec. Made up of representatives from Apple, Google, Mozilla (Firefox), Microsoft, etc.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https://github.com/w3c/csswg-drafts/issues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2275" y="1171738"/>
            <a:ext cx="2800025" cy="28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CSS Features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Anyone can request new features, but they go through a very long process to be refined and added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 web was built to be backwards compatible. Once something is added it stays forever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CSS Browser Integration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Even after a feature gets through the process of being approved, each browser needs to choose to integrate it into their specific engine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Some features (like using variables for breakpoints) are considered minor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inconveniences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and not a priority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https://www.w3.org/TR/mediaqueries-5/#custom-mq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CSS Preprocessors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623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But wait, there is hope!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Because it’s so slow and painful to wait for cool new things in CSS, developers built their own layer to fix it for them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That’s why our issue doesn’t work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with vanilla CSS, but it works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with preprocessors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9225" y="2188038"/>
            <a:ext cx="2035750" cy="203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9400" y="445025"/>
            <a:ext cx="2868525" cy="128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Moral Of The Story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Maintaining the web is a lot of work, and a lot goes into it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Often times it’s better for developers to build their own tools than to wait for the standard to change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This is why things like React and JS frameworks exist, and why you’ll likely rarely use vanilla HTML and CSS in the real world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CSS Animations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https://youtu.be/u5KQQWlIgGc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CSS Animations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Less is more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Every animation should have a purpose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Good animation is often invisible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Review CSS Transition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Keyframe Animations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Transition needs something like :hover to trigger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Keyframes can trigger automatically and run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infinitely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Keyframes also give you more control over the entire animation process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Most animations you see on websites use keyframes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Keyframe Animations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With pure CSS keyframe animations, we are locked to animations that run automatically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With JavaScript we will learn event driven animations like scroll, click, and keyboard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Keyframe Animation Properties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Stick to basic CSS properties that can easily change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transform, colors, opacity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Stay away from layout properties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idth, height, margin, padding, positions, display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Recalculating layout means worse website performance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Find An Animation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Find an animation you think is cool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Stick to fade in animations or infinite animations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would love to see real world examples, but you can also look for examples on Codepen or other websites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