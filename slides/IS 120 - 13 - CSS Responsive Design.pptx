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992b65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992b65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097cc45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097cc45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097cc4502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097cc4502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097cc4502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097cc4502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097cc450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097cc450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097cc4502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097cc4502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97cc4502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097cc4502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097cc4502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097cc4502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097cc4502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097cc4502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097cc4502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097cc4502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097cc4502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097cc4502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097cc4502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097cc4502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097cc4502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097cc4502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097cc4502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097cc4502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tcbwa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CSS Responsive Design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 7 will be posted after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Dev Tool Demos on March 9th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Details and sign up sheet in Slack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Responsive Design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Zions Bank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https://www.tcbwa.com/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Early Web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477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All screens were roughly the same size (~960px)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You would design a website once, and it would work the same for everyone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3125" y="517213"/>
            <a:ext cx="3519177" cy="410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Mobile Web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527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Websites now needed to be converted to a 320px screen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Adjustment was difficult for many companies, some just ignored it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Two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separate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codebases for desktop and mobile, a maintenance nightmare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b="0" l="3476" r="53824" t="0"/>
          <a:stretch/>
        </p:blipFill>
        <p:spPr>
          <a:xfrm>
            <a:off x="5835878" y="428425"/>
            <a:ext cx="2748375" cy="428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Web Today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461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majority of people access the web on their phone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Many websites’ first and only interactions happen on a phone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Do You Build A Website for Both?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Mobile First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Design a mobile website, modify it as screen sizes expand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Desktop First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Design a desktop website, modify it as screen sizes shrink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Let’s Try Mobile First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Create a new HTML file and build a 3 card layout for mobile. Use Flexbox/Grid and responsive CSS units (%, vw/vh)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Change your web browser to a mobile 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Inspect -&gt; Toggle Device Toolbar -&gt; Pick any mobile device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Don’t even think about desktop, just build it for mobile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Let’s Try Mobile First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After you’re done, try looking at your card layout on desktop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Share what you have with someone else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works, what doesn’t?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575" y="1013775"/>
            <a:ext cx="8310551" cy="36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91081" y="496669"/>
            <a:ext cx="8520600" cy="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It’s easier to increase complexity rather than reduce it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Media Queries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Allows you to apply CSS only when certain conditions are met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Most common is screen-width for responsive layouts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Often used as a “band-aid” for your CSS to make it responsive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Media queries are great, but use them intentionally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Media Query Breakpoints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 specific screen width where your layout needs to change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There’s lots of different breakpoint “standards”, just pick one and stick with it. (Bootstrap, Tailwind, or custom)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Less is more, the fewer breakpoints the better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Breakpoints are a great use for CSS variables!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Let’s go write some media queries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Fix Your Mobile First Cards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Find a partner, pair program to fix both of your card layouts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Use media queries if you need them, or see if you can find other ways to fix your layout!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Homework 7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Detailed instructions will be up after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Take an existing page (HW6, Project 1) and make it responsive using media queries and breakpoints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