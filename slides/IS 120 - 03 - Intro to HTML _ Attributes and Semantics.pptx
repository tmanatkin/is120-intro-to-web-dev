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50fa36d9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50fa36d9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59cd6b3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59cd6b3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7afa83a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7afa83a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Intro to HTML / Attributes and Semantics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 Notes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Attendance is self-marked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LearningSuite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Occasionally we will have readings before lecture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will try to post any slides or code we go over in class to  LearningSuite after lecture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HW2 is 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Semester Computer Setup Explained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Who has used VS Code before?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Explain VS Code extensions and settings.json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18505" l="9454" r="9462" t="9010"/>
          <a:stretch/>
        </p:blipFill>
        <p:spPr>
          <a:xfrm>
            <a:off x="736925" y="429075"/>
            <a:ext cx="7670150" cy="42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2189075" y="2006675"/>
            <a:ext cx="421800" cy="376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241325" y="2280300"/>
            <a:ext cx="421800" cy="376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6521625" y="2006675"/>
            <a:ext cx="421800" cy="3762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