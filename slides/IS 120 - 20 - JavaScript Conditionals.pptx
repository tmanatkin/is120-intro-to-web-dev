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0733133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0733133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a299770e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a299770e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a299770e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a299770e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a299770e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a299770e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a299770e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a299770e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a299770e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a299770e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a299770e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a299770e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a299770e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a299770e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a299770e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a299770e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a299770e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a299770e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a299770e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a299770e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a299770e6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a299770e6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a299770e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a299770e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a299770e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a299770e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a299770e6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a299770e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a299770e6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a299770e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a299770e6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a299770e6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a299770e6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a299770e6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a299770e6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a299770e6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a299770e6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a299770e6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a299770e6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a299770e6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Conditionals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HW 9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Find a partner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Show your code and share your solution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HW 9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Find a partner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Show your code and share your solution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was difficult about this assignment?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HW 9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Find a partner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Show your code and share your solution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was difficult about this assignment?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Demo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Conditionals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JavaScript, like most other programming languages, executes from top to bottom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Conditionals (if, else if, else) allow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you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to show or hide certain code blocks as code executes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Conditionals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if (condition1)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else if (condition2)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Conditionals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if (condition1) {			&lt;- if condition1 is met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else if (condition2)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Conditionals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if (condition1)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else if (condition2) {	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&lt;- if condition1 is NOT met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								AND condition2 is met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Conditionals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if (condition1)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else if (condition2)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else {						&lt;- if no previous conditions are met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Conditionals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condition1 &amp;&amp; condition2		&lt;- if both conditions are true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condition1 || condition2		&lt;- if one condition is true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Not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!condition1					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&lt;- if condition is not true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Conditionals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Equality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val1 == val2	&lt;- if values are equal 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forces type)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Strict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Equality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val1 === val2	&lt;- if values are equal (does not force type)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Conditionals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== ""			&lt;- true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== "0"		&lt;- true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"" == "0"		&lt;- false?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Conditionals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=== ""		&lt;- false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=== "0"		&lt;- false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"" === "0"		&lt;- false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Conditionals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Not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Equality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val1 != val2	&lt;- if values are not equal (forces type)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Strict Not Equality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val1 !== val2	&lt;- if values are not equal (does not force type)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Conditionals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Less tha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n						&lt;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Greater than					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Less than or equal to			&lt;=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Greater than or equal to		&gt;=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Parenthesis always evaluate inwards first 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Conditionals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Example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if 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!(10 &gt;= 10) || (0 == “0” &amp;&amp; 5 &lt; 1)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Conditionals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Falsy values coerce to false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“”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ull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undefined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NaN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Conditionals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" name="Google Shape;15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if (var)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if (var === null || var === undefined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ar = 1		-&gt; true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var = “a”	-&gt; true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var = “”	-&gt; false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var = null	-&gt; false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var = 0		-&gt; false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Conditionals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3" name="Google Shape;16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Where should you use JavaScript conditionals?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Check if user input is valid before even making a decision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Deciding what happens next based on user input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Conditionals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" name="Google Shape;16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Adding conditionals to tip calculator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Pair Programming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5" name="Google Shape;17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Basic Rock Paper Scissors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Two radio inputs and a button to trigger your function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Simple text output for the winner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Pair Programming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Basic Rock Paper Scissors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Two radio inputs and a button to trigger your function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Simple text output for the winner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Make it turn based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