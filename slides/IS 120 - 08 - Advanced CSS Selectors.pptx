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7fdc13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7fdc13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kQRu7DdTTV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Advanced CSS Selectors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Wednesday will be a review/project work 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Survey after class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1 due this week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Instructions will be updated after lecture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Claude Super Bowl Commercial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https://youtu.be/kQRu7DdTTVA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