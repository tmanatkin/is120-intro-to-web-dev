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1178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1178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09a518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09a518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e09a518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e09a518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e09a518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e09a518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09a518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e09a518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09a5189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e09a518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09a5189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09a5189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Intro to CSS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CSS?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Cascading Style Sheets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= Structure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 = Style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50" y="521750"/>
            <a:ext cx="2653101" cy="410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305" y="1094852"/>
            <a:ext cx="2653101" cy="295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7975" y="1589338"/>
            <a:ext cx="2588050" cy="19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is CSS So Weird?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is built to handle the nuance of web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Video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is CSS So Weird?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can be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fragile, learn to use it the right way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is a valuable skill, not a lot of programmers understand it well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Where does CSS go?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Inline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HTML style attribute. Applies to that tag.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Internal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HTML &lt;style&gt; tag. Applies to that HTML page.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External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Imported style.css file. Applies to pages where imported.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go write some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Diner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