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A8A195-2D68-45FD-8C93-9F01FDD5F22B}">
  <a:tblStyle styleId="{ACA8A195-2D68-45FD-8C93-9F01FDD5F2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2624e70d6_0_1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2624e70d6_0_1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2624e70d6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2624e70d6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2624e70d6_0_1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2624e70d6_0_1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2624e70d6_0_1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2624e70d6_0_1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2624e70d6_0_1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2624e70d6_0_1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2624e70d6_0_1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2624e70d6_0_1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2624e70d6_0_1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2624e70d6_0_1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2624e70d6_0_1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2624e70d6_0_1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2624e70d6_0_1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2624e70d6_0_1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2624e70d6_0_1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2624e70d6_0_1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2624e70d6_0_1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2624e70d6_0_1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2624e70d6_0_1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2624e70d6_0_1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2b66cfb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2b66cfb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2624e70d6_0_1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2624e70d6_0_1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2624e70d6_0_1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2624e70d6_0_1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2624e70d6_0_1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2624e70d6_0_1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2624e70d6_0_1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2624e70d6_0_1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2624e70d6_0_1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2624e70d6_0_1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2624e70d6_0_1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2624e70d6_0_1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2624e70d6_0_1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2624e70d6_0_1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2624e70d6_0_1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2624e70d6_0_1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2624e70d6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2624e70d6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2624e70d6_0_1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2624e70d6_0_1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2624e70d6_0_1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2624e70d6_0_1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2624e70d6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2624e70d6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2624e70d6_0_1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b2624e70d6_0_1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Intro to Web Dev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Tanner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255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Instructor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MISM 2, Sandbox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ull-Stack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Developer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at Zions Bank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Bagpipes, skiing, Legos, and video games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17361" l="19338" r="11943" t="13939"/>
          <a:stretch/>
        </p:blipFill>
        <p:spPr>
          <a:xfrm>
            <a:off x="2935275" y="603725"/>
            <a:ext cx="2624049" cy="3936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 b="0" l="293" r="5234" t="3874"/>
          <a:stretch/>
        </p:blipFill>
        <p:spPr>
          <a:xfrm>
            <a:off x="5930650" y="603725"/>
            <a:ext cx="2901650" cy="3936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7088" r="9" t="0"/>
          <a:stretch/>
        </p:blipFill>
        <p:spPr>
          <a:xfrm>
            <a:off x="1236710" y="603713"/>
            <a:ext cx="3012176" cy="3936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b="0" l="3623" r="3475" t="20899"/>
          <a:stretch/>
        </p:blipFill>
        <p:spPr>
          <a:xfrm>
            <a:off x="4731010" y="1379725"/>
            <a:ext cx="3733427" cy="238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Quade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247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Junior Core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Rock climbing, hiking, and the outdoors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6" name="Google Shape;76;p16" title="IMG_774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0236" y="603713"/>
            <a:ext cx="2952061" cy="3936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DSCF388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4175" y="603713"/>
            <a:ext cx="2624058" cy="3936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About You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Majors? (Pre-IS, Business, Other)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About You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Majors? (Pre-IS, Business, Other)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Previous classes? (IS 110, IS 201, IS 303)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About You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Majors? (Pre-IS, Business, Other)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Previous classes? (IS 110, IS 201, IS 303)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Previous coding experience? (HTML, CSS, JS, Git/GitHub)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About You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Majors? (Pre-IS, Business, Other)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Previous classes? (IS 110, IS 201, IS 303)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Previous coding experience? (HTML, CSS, JS, Git/GitHub)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Why do you want to take this class?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Course Overview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Introduction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to Web Development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Basics of HTML, CSS, JavaScript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web pages are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structured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(HTML),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styled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(CSS)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and made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(JS)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This course will be very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hands-on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project based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Course Topics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Best practices and current standards for HTML and CSS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to use version control software like Git/GitHub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layout using display, position, Flexbox, and Grid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Fundamentals of modern responsive web design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design systems and animations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Designing websites with accessibility in mind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Fundamental JavaScript to create interactive websites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Learning Outcomes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Experience what it’s like to be a web developer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Understand how websites work and are structured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Improve problem-solving and debugging skills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Develop a better eye for design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Prepare for the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IS Junior Core (Quade)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Grade Breakdown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Late projects and assignments will not be accepted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Lowest assignment will be dropped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absences will be dropped at the end of the semester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26" name="Google Shape;126;p24"/>
          <p:cNvGraphicFramePr/>
          <p:nvPr/>
        </p:nvGraphicFramePr>
        <p:xfrm>
          <a:off x="759232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{ACA8A195-2D68-45FD-8C93-9F01FDD5F22B}</a:tableStyleId>
              </a:tblPr>
              <a:tblGrid>
                <a:gridCol w="1826375"/>
                <a:gridCol w="588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Assignments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30%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Projects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50%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Attendance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15%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Dev Tool Demo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5%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to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Succeed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in This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Think like a Programmer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p26"/>
          <p:cNvSpPr/>
          <p:nvPr/>
        </p:nvSpPr>
        <p:spPr>
          <a:xfrm rot="5400000">
            <a:off x="5730000" y="3024675"/>
            <a:ext cx="885000" cy="1425000"/>
          </a:xfrm>
          <a:prstGeom prst="uturnArrow">
            <a:avLst>
              <a:gd fmla="val 4649" name="adj1"/>
              <a:gd fmla="val 11566" name="adj2"/>
              <a:gd fmla="val 19014" name="adj3"/>
              <a:gd fmla="val 64859" name="adj4"/>
              <a:gd fmla="val 100000" name="adj5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6"/>
          <p:cNvSpPr/>
          <p:nvPr/>
        </p:nvSpPr>
        <p:spPr>
          <a:xfrm>
            <a:off x="5115000" y="3017175"/>
            <a:ext cx="1230000" cy="5727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Understand the problem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Break it down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Just start coding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something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even if it’s bad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3500"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" sz="3500"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" sz="3500">
                <a:latin typeface="Consolas"/>
                <a:ea typeface="Consolas"/>
                <a:cs typeface="Consolas"/>
                <a:sym typeface="Consolas"/>
              </a:rPr>
              <a:t>Research</a:t>
            </a:r>
            <a:endParaRPr b="1" sz="3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3500">
                <a:latin typeface="Consolas"/>
                <a:ea typeface="Consolas"/>
                <a:cs typeface="Consolas"/>
                <a:sym typeface="Consolas"/>
              </a:rPr>
              <a:t>Repeat 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" name="Google Shape;140;p26"/>
          <p:cNvSpPr/>
          <p:nvPr/>
        </p:nvSpPr>
        <p:spPr>
          <a:xfrm rot="-5400000">
            <a:off x="2537400" y="2942175"/>
            <a:ext cx="885000" cy="1425000"/>
          </a:xfrm>
          <a:prstGeom prst="uturnArrow">
            <a:avLst>
              <a:gd fmla="val 4649" name="adj1"/>
              <a:gd fmla="val 11566" name="adj2"/>
              <a:gd fmla="val 19014" name="adj3"/>
              <a:gd fmla="val 64859" name="adj4"/>
              <a:gd fmla="val 38093" name="adj5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/>
          <p:nvPr/>
        </p:nvSpPr>
        <p:spPr>
          <a:xfrm>
            <a:off x="3759225" y="3212175"/>
            <a:ext cx="444300" cy="207600"/>
          </a:xfrm>
          <a:prstGeom prst="rightArrow">
            <a:avLst>
              <a:gd fmla="val 18409" name="adj1"/>
              <a:gd fmla="val 78998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Web Dev Iceberg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501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There is always more to learn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Learn to love learning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Don’t get discouraged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 rotWithShape="1">
          <a:blip r:embed="rId3">
            <a:alphaModFix/>
          </a:blip>
          <a:srcRect b="0" l="0" r="0" t="10298"/>
          <a:stretch/>
        </p:blipFill>
        <p:spPr>
          <a:xfrm>
            <a:off x="5993695" y="426325"/>
            <a:ext cx="2838605" cy="414255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7"/>
          <p:cNvSpPr/>
          <p:nvPr/>
        </p:nvSpPr>
        <p:spPr>
          <a:xfrm>
            <a:off x="6808616" y="468305"/>
            <a:ext cx="343800" cy="343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/>
          <p:nvPr/>
        </p:nvSpPr>
        <p:spPr>
          <a:xfrm>
            <a:off x="6875841" y="901141"/>
            <a:ext cx="226500" cy="213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7"/>
          <p:cNvSpPr/>
          <p:nvPr/>
        </p:nvSpPr>
        <p:spPr>
          <a:xfrm>
            <a:off x="7052216" y="901141"/>
            <a:ext cx="226500" cy="213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Resources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Documentation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MDN Web Docs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W3 Schools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Example Solutions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Stack Overflow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Ask classmates in Slack! (#questions)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Consolas"/>
              <a:buChar char="-"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I will literally give you extra credit if you ask or answer questions in Slack. They have to be like legit though.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Usage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Experience with AI? (ChatGPT, Loveable, Cursor)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Usage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Experience with AI? (ChatGPT, Loveable, Cursor)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AI is a good thing!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It’s a great tool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AI Usage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Experience with AI? (ChatGPT, Loveable, Cursor)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AI is a good thing!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It’s a great tool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AI be a tool, not a crutch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Rubber Ducking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1" name="Google Shape;1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8450" y="445025"/>
            <a:ext cx="412385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Rubber Ducking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311700" y="1152475"/>
            <a:ext cx="412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Explaining your programming problem to a rubber duck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8" name="Google Shape;1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8450" y="445025"/>
            <a:ext cx="412385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Rubber Ducking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1152475"/>
            <a:ext cx="412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Explaining your programming problem to a rubber duck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AI be your rubber duck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5" name="Google Shape;19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8450" y="445025"/>
            <a:ext cx="412385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Rubber Ducking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311700" y="1152475"/>
            <a:ext cx="412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Explaining your programming problem to a rubber duck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AI be your rubber duck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 need to be able to explain your problem clearly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2" name="Google Shape;2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8450" y="445025"/>
            <a:ext cx="412385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Rubber Ducking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" name="Google Shape;208;p36"/>
          <p:cNvSpPr txBox="1"/>
          <p:nvPr>
            <p:ph idx="1" type="body"/>
          </p:nvPr>
        </p:nvSpPr>
        <p:spPr>
          <a:xfrm>
            <a:off x="311700" y="1152475"/>
            <a:ext cx="412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Explaining your programming problem to a rubber duck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AI be your rubber duck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 need to be able to explain your problem clearly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PLEASE DO NOT COPY AND PASTE TO OR FROM CHATGPT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9" name="Google Shape;2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8450" y="445025"/>
            <a:ext cx="412385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25" y="1019925"/>
            <a:ext cx="3819526" cy="109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7" title="claude-col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0400" y="1176750"/>
            <a:ext cx="781276" cy="78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7" title="claude-tex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7875" y="1251438"/>
            <a:ext cx="2552474" cy="631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2250" y="2860187"/>
            <a:ext cx="2962995" cy="109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7" title="copilot-colo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88975" y="3076208"/>
            <a:ext cx="834335" cy="834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7" title="copilot-tex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32757" y="3067475"/>
            <a:ext cx="2592102" cy="85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Reaching Out for Help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 you get stuck, please, please, please feel free to ask the TA or Instructor for help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 will try to be as available as we can, even outside of office hours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Use Slack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Semester Computer Setup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