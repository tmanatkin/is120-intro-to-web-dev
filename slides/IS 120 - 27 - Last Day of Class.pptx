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5ee046bb7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5ee046bb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733133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733133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5ee046bb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5ee046bb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5ee046bb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5ee046bb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5ee046bb7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5ee046bb7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5ee046bb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5ee046bb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5ee046bb7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5ee046bb7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5ee046bb7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5ee046bb7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5ee046bb7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5ee046bb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5ee046b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5ee046b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5ee046bb7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5ee046bb7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5ee046bb7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5ee046bb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5ee046bb7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5ee046bb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5ee046bb7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5ee046bb7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youtu.be/GHZBa_R93ag" TargetMode="External"/><Relationship Id="rId4" Type="http://schemas.openxmlformats.org/officeDocument/2006/relationships/hyperlink" Target="https://youtu.be/G9207EJySaA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mailto:tmanatkin@gmail.com" TargetMode="External"/><Relationship Id="rId4" Type="http://schemas.openxmlformats.org/officeDocument/2006/relationships/hyperlink" Target="mailto:tmanatkin@gmail.com" TargetMode="External"/><Relationship Id="rId5" Type="http://schemas.openxmlformats.org/officeDocument/2006/relationships/hyperlink" Target="mailto:tmanatkin@gmail.com" TargetMode="External"/><Relationship Id="rId6" Type="http://schemas.openxmlformats.org/officeDocument/2006/relationships/hyperlink" Target="http://linkedin.com/in/tanneratkin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Last Day of 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Before Smash Bros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Project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Reflect on the semester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Watch a video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Smash Bros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End of Semester One-on-Ones Tomorrow (TNRB W223)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Final Project due April 22nd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Keep it simple, but show off what you’ve learned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 title="Screenshot 2026-04-15 at 10.22.2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9975" y="87125"/>
            <a:ext cx="4444050" cy="496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How was Supabase?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Did you think it was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worth learning?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Would you change anything?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Things We Covered in This 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HTML structure, HTML tags, semantic HTML, HTML attributes, classes and ids, Chrome Dev Tools, Git/GitHub, web design principles, CSS selectors, CSS properties,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box model,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display, position, pseudo classes and elements, flexbox, grid,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media queries, mobile-first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design, transitions, animations, CSS variables, web accessibility, JavaScript syntax, variables, data types,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DOM manipulation,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HTML input,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functions, event handling, debugging, console, operators, conditionals,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loops, arrays, objects, JSON, local storage, APIs, fetch,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await/async,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API keys,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error handling,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Supabase functions  </a:t>
            </a:r>
            <a:r>
              <a:rPr lang="en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. 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 rotWithShape="1">
          <a:blip r:embed="rId3">
            <a:alphaModFix/>
          </a:blip>
          <a:srcRect b="0" l="0" r="0" t="10298"/>
          <a:stretch/>
        </p:blipFill>
        <p:spPr>
          <a:xfrm>
            <a:off x="3021700" y="309300"/>
            <a:ext cx="3100600" cy="4524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/>
          <p:nvPr/>
        </p:nvSpPr>
        <p:spPr>
          <a:xfrm>
            <a:off x="3911836" y="355154"/>
            <a:ext cx="375600" cy="375600"/>
          </a:xfrm>
          <a:prstGeom prst="ellipse">
            <a:avLst/>
          </a:prstGeom>
          <a:noFill/>
          <a:ln cap="flat" cmpd="sng" w="31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875" lIns="99875" spcFirstLastPara="1" rIns="99875" wrap="square" tIns="9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9"/>
          </a:p>
        </p:txBody>
      </p:sp>
      <p:sp>
        <p:nvSpPr>
          <p:cNvPr id="91" name="Google Shape;91;p19"/>
          <p:cNvSpPr/>
          <p:nvPr/>
        </p:nvSpPr>
        <p:spPr>
          <a:xfrm>
            <a:off x="3985265" y="827940"/>
            <a:ext cx="247500" cy="232800"/>
          </a:xfrm>
          <a:prstGeom prst="ellipse">
            <a:avLst/>
          </a:prstGeom>
          <a:noFill/>
          <a:ln cap="flat" cmpd="sng" w="31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875" lIns="99875" spcFirstLastPara="1" rIns="99875" wrap="square" tIns="9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9"/>
          </a:p>
        </p:txBody>
      </p:sp>
      <p:sp>
        <p:nvSpPr>
          <p:cNvPr id="92" name="Google Shape;92;p19"/>
          <p:cNvSpPr/>
          <p:nvPr/>
        </p:nvSpPr>
        <p:spPr>
          <a:xfrm>
            <a:off x="4177919" y="827940"/>
            <a:ext cx="247500" cy="232800"/>
          </a:xfrm>
          <a:prstGeom prst="ellipse">
            <a:avLst/>
          </a:prstGeom>
          <a:noFill/>
          <a:ln cap="flat" cmpd="sng" w="31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875" lIns="99875" spcFirstLastPara="1" rIns="99875" wrap="square" tIns="9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9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Problem Solving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BYU Sorensen Center for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Moral and Ethical Leadership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People are naturally creative, resourceful, and whole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Used as a mindset for life coaches to view clients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Trusting that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people have the ability to solve their problems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Problem Solving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People are naturally creative, resourceful, and whole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This is also a great way to look at your own problems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Doesn’t mean you can’t go to other people for help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You’re better equipped to solve your problems than anyone else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Problem Solving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Close your eyes, take a deep breath, and say it with me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 am naturally creative, resourceful, and whole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 can solve my own problems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Think like a Programmer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" name="Google Shape;116;p23"/>
          <p:cNvSpPr/>
          <p:nvPr/>
        </p:nvSpPr>
        <p:spPr>
          <a:xfrm rot="5400000">
            <a:off x="5730000" y="3024675"/>
            <a:ext cx="885000" cy="1425000"/>
          </a:xfrm>
          <a:prstGeom prst="uturnArrow">
            <a:avLst>
              <a:gd fmla="val 4649" name="adj1"/>
              <a:gd fmla="val 11566" name="adj2"/>
              <a:gd fmla="val 19014" name="adj3"/>
              <a:gd fmla="val 64859" name="adj4"/>
              <a:gd fmla="val 100000" name="adj5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3"/>
          <p:cNvSpPr/>
          <p:nvPr/>
        </p:nvSpPr>
        <p:spPr>
          <a:xfrm>
            <a:off x="5115000" y="3017175"/>
            <a:ext cx="1230000" cy="5727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Understand the problem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Break it down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Just start coding </a:t>
            </a:r>
            <a:r>
              <a:rPr b="1" lang="en" u="sng">
                <a:latin typeface="Consolas"/>
                <a:ea typeface="Consolas"/>
                <a:cs typeface="Consolas"/>
                <a:sym typeface="Consolas"/>
              </a:rPr>
              <a:t>something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even if it’s bad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3500"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en" sz="3500"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b="1" lang="en" sz="3500">
                <a:latin typeface="Consolas"/>
                <a:ea typeface="Consolas"/>
                <a:cs typeface="Consolas"/>
                <a:sym typeface="Consolas"/>
              </a:rPr>
              <a:t>Research</a:t>
            </a:r>
            <a:endParaRPr b="1" sz="3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3500">
                <a:latin typeface="Consolas"/>
                <a:ea typeface="Consolas"/>
                <a:cs typeface="Consolas"/>
                <a:sym typeface="Consolas"/>
              </a:rPr>
              <a:t>Repeat 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" name="Google Shape;119;p23"/>
          <p:cNvSpPr/>
          <p:nvPr/>
        </p:nvSpPr>
        <p:spPr>
          <a:xfrm rot="-5400000">
            <a:off x="2537400" y="2942175"/>
            <a:ext cx="885000" cy="1425000"/>
          </a:xfrm>
          <a:prstGeom prst="uturnArrow">
            <a:avLst>
              <a:gd fmla="val 4649" name="adj1"/>
              <a:gd fmla="val 11566" name="adj2"/>
              <a:gd fmla="val 19014" name="adj3"/>
              <a:gd fmla="val 64859" name="adj4"/>
              <a:gd fmla="val 38093" name="adj5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3"/>
          <p:cNvSpPr/>
          <p:nvPr/>
        </p:nvSpPr>
        <p:spPr>
          <a:xfrm>
            <a:off x="3759225" y="3212175"/>
            <a:ext cx="444300" cy="207600"/>
          </a:xfrm>
          <a:prstGeom prst="rightArrow">
            <a:avLst>
              <a:gd fmla="val 18409" name="adj1"/>
              <a:gd fmla="val 78998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Hyperplexed Videos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Recreating Designs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https://youtu.be/GHZBa_R93ag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(first 2 mins)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Mouse Movement Animation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https://youtu.be/G9207EJySaA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Contact Info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(435) 503-6131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tmanatkin</a:t>
            </a:r>
            <a:r>
              <a:rPr lang="en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@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gmail.com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linkedin.com/in/tanneratkin/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Class Photo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Smash Bros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