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3219b3e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3219b3e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3219b3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3219b3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83219b3e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83219b3e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3219b3e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3219b3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83219b3e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83219b3e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3219b3e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3219b3e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3219b3e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83219b3e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Flexbox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HW6 will be posted after class tomorrow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Part of HW6 submission will be a mid-semester survey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IMG_9242.PNG"/>
          <p:cNvPicPr preferRelativeResize="0"/>
          <p:nvPr/>
        </p:nvPicPr>
        <p:blipFill rotWithShape="1">
          <a:blip r:embed="rId3">
            <a:alphaModFix/>
          </a:blip>
          <a:srcRect b="25783" l="0" r="0" t="22244"/>
          <a:stretch/>
        </p:blipFill>
        <p:spPr>
          <a:xfrm>
            <a:off x="966225" y="699912"/>
            <a:ext cx="3323759" cy="3743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IMG_9244.PNG"/>
          <p:cNvPicPr preferRelativeResize="0"/>
          <p:nvPr/>
        </p:nvPicPr>
        <p:blipFill rotWithShape="1">
          <a:blip r:embed="rId4">
            <a:alphaModFix/>
          </a:blip>
          <a:srcRect b="10306" l="0" r="0" t="39908"/>
          <a:stretch/>
        </p:blipFill>
        <p:spPr>
          <a:xfrm>
            <a:off x="4572000" y="1494125"/>
            <a:ext cx="3216400" cy="347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IMG_9245.PNG"/>
          <p:cNvPicPr preferRelativeResize="0"/>
          <p:nvPr/>
        </p:nvPicPr>
        <p:blipFill rotWithShape="1">
          <a:blip r:embed="rId5">
            <a:alphaModFix/>
          </a:blip>
          <a:srcRect b="77752" l="0" r="0" t="8456"/>
          <a:stretch/>
        </p:blipFill>
        <p:spPr>
          <a:xfrm>
            <a:off x="4511338" y="199199"/>
            <a:ext cx="3826225" cy="11436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4959575" y="4814125"/>
            <a:ext cx="235800" cy="125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86" y="285750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7655" y="152400"/>
            <a:ext cx="391480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Flexbox?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-&gt; Flexible Box Layout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layout model used align items in a container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Flexible and responsive, great for modern web design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is used EVERYWHERE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Much easier to use than float and position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0" l="29493" r="9255" t="0"/>
          <a:stretch/>
        </p:blipFill>
        <p:spPr>
          <a:xfrm>
            <a:off x="4832437" y="152363"/>
            <a:ext cx="3841351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Screenshot 2026-02-17 at 10.08.4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212" y="152362"/>
            <a:ext cx="3841352" cy="267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 title="Screenshot 2026-02-17 at 10.10.2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213" y="2822674"/>
            <a:ext cx="3841352" cy="20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/>
          <p:nvPr/>
        </p:nvSpPr>
        <p:spPr>
          <a:xfrm>
            <a:off x="470313" y="4842338"/>
            <a:ext cx="3841200" cy="14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4979650" y="653500"/>
            <a:ext cx="3351000" cy="38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Does Flexbox Do?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394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Adds a new “flow” to the document to manipulate elements in a new way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allows you to determine the axis for this flow, either in a column or row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0" l="0" r="48001" t="0"/>
          <a:stretch/>
        </p:blipFill>
        <p:spPr>
          <a:xfrm>
            <a:off x="5566775" y="2567713"/>
            <a:ext cx="2176725" cy="19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55666" r="0" t="0"/>
          <a:stretch/>
        </p:blipFill>
        <p:spPr>
          <a:xfrm>
            <a:off x="5727200" y="653512"/>
            <a:ext cx="1855875" cy="19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#1 Rule of Flexbox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394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will always have a container and one or more items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Mastering flexbox is understanding the difference between container and item styles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5" name="Google Shape;105;p20" title="Screenshot 2026-02-16 at 9.57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283" y="1017725"/>
            <a:ext cx="4186012" cy="173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 title="Screenshot 2026-02-16 at 9.57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280" y="2747297"/>
            <a:ext cx="4186012" cy="1821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Froggy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