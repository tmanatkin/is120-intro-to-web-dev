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992b65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992b65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3219b3e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83219b3e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f06130b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f06130b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f06130b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f06130b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f06130b0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f06130b0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3219b3e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83219b3e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Grid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HW6 will be posted after class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-349250" lvl="1" marL="914400" rtl="0" algn="l">
              <a:spcBef>
                <a:spcPts val="1000"/>
              </a:spcBef>
              <a:spcAft>
                <a:spcPts val="0"/>
              </a:spcAft>
              <a:buSzPts val="1900"/>
              <a:buFont typeface="Consolas"/>
              <a:buChar char="-"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Flexbox Froggy and Grid Garden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-349250" lvl="1" marL="914400" rtl="0" algn="l">
              <a:spcBef>
                <a:spcPts val="1000"/>
              </a:spcBef>
              <a:spcAft>
                <a:spcPts val="0"/>
              </a:spcAft>
              <a:buSzPts val="1900"/>
              <a:buFont typeface="Consolas"/>
              <a:buChar char="-"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Mid-Semester Survey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-349250" lvl="1" marL="914400" rtl="0" algn="l">
              <a:spcBef>
                <a:spcPts val="1000"/>
              </a:spcBef>
              <a:spcAft>
                <a:spcPts val="0"/>
              </a:spcAft>
              <a:buSzPts val="1900"/>
              <a:buFont typeface="Consolas"/>
              <a:buChar char="-"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Watch Flexbox vs Grid video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1 feedback will be coming this week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Grid?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564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Grid is a 2-dimensional layout system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Control row and column layout at the same time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Highly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customizable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but can get complex fast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21433" r="0" t="0"/>
          <a:stretch/>
        </p:blipFill>
        <p:spPr>
          <a:xfrm rot="5400000">
            <a:off x="5131475" y="1132488"/>
            <a:ext cx="4523125" cy="287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vs Grid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86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is 1-dimension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Grid is 2-dimensions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is content-driven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Grid is layout-driven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1900" y="1123550"/>
            <a:ext cx="4347300" cy="2896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vs Grid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551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Simple, basic? --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----&gt; Flexbox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Complex, Customized? -&gt; Grid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GENERAL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principle to follow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Use Flexbox at component level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Use Grid at page level layout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5675" y="661263"/>
            <a:ext cx="2526620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 rot="-831760">
            <a:off x="6420721" y="1023297"/>
            <a:ext cx="1056781" cy="4155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Flexbox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 rot="-831760">
            <a:off x="7231003" y="855957"/>
            <a:ext cx="1056781" cy="4155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Grid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Does Grid Work?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551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grid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structure is defined on the container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and each item is given instructions to adapt to the grid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Grid uses lines and tracks, similar to what a spreadsheet looks like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5982900" y="1447350"/>
            <a:ext cx="3008700" cy="2553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2900" y="1447350"/>
            <a:ext cx="3008699" cy="255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Grid Garden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