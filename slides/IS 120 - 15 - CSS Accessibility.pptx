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2992b65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2992b65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cc7017b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cc7017b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cc7017b8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cc7017b8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cc7017b8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cc7017b8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cc7017b8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cc7017b8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cc7017b8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cc7017b8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cc7017b8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cc7017b8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cc7017b8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cc7017b8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cc7017b8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cc7017b8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cc7017b8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cc7017b8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cc7017b8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cc7017b8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cc7017b8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cc7017b8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cc7017b8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cc7017b8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cc7017b8c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cc7017b8c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cc7017b8c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cc7017b8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cc7017b8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cc7017b8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cc7017b8c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cc7017b8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cc7017b8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cc7017b8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cc7017b8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cc7017b8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ebaim.org/resources/contrastchecker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ebaim.org/resources/contrastchecker/" TargetMode="External"/><Relationship Id="rId4" Type="http://schemas.openxmlformats.org/officeDocument/2006/relationships/hyperlink" Target="https://news.ycombinator.com/item?id=2222522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ccessible-colors.com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toptal.com/designers/colorfilter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ss-loaders.com/spinn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Accessibility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Announcements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Dev Tool Demos are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next class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March 9th)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You should be using and getting familiar with your tools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HW 8 instructions will be posted after class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2 instructions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Why Accessibility?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ADA (Americans with Disabilities Act)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Prohibits disability discrimination in all areas of public life. The web is considered public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 2024, over 4,000 lawsuits were filed over web accessibility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Settlements range from $5,000 to $75,000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Not including legal fees, redesign costs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Why Accessibility?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Understanding how to make a website accessible is a very valuable skill as a programmer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Many teams have no one who understands accessibility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Great differentiator to put your resume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Why Accessibility?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Everyone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uses the web in different ways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0" name="Google Shape;80;p17" title="undraw_usability-testing_w7dd 1.png"/>
          <p:cNvPicPr preferRelativeResize="0"/>
          <p:nvPr/>
        </p:nvPicPr>
        <p:blipFill rotWithShape="1">
          <a:blip r:embed="rId3">
            <a:alphaModFix/>
          </a:blip>
          <a:srcRect b="0" l="50507" r="8114" t="0"/>
          <a:stretch/>
        </p:blipFill>
        <p:spPr>
          <a:xfrm>
            <a:off x="6023158" y="1725175"/>
            <a:ext cx="1815781" cy="287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 title="undraw_web-browsing_qx8i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0286" y="2562285"/>
            <a:ext cx="2773932" cy="1915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 title="undraw_braille_hvfe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5050" y="1835748"/>
            <a:ext cx="2159391" cy="291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Recap HTML Accessibility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How to make websites accessible with just HTML?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Recap HTML Accessibility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How to make websites accessible with just HTML?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img alt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Describe what the image is. Don’t include “picture of”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Semantic HTML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Helps screen readers understand the page structure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Recap Relative Font Sizing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You should be using rem and em for font sizes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px will not scale with a user’s font settings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Demo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Color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Accessibility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WCAG (Web Content Accessibility Guidelines)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Standards that help evaluate the accessibility of a website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Contrast is not only an important design principle, it will make your website easier to read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Never use color alone to convey meaning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E.g. A red error message should also have an alert icon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Color Accessibility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WCAG Contrast Checker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https://webaim.org/resources/contrastchecker/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Website examples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Color Accessibility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WCAG Contrast Checker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https://webaim.org/resources/contrastchecker/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Example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https://news.ycombinator.com/item?id=2222522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Get in pairs, find real website color pairs that don’t pass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Only look for AA compliance failures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Color Accessibility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If you haven’t already, try the contrast checker on your Project 1 website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Tool to fix contrast issues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https://accessible-colors.com/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Color Accessibility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Demo Color Blind Web Page Filter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https://www.toptal.com/designers/colorfilter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Keyboard Navigation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Users with motor disabilities need to be able to navigate a website without a mouse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This can be accomplished through keyboard navigation, using Tab, Shift + Tab, and Enter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You can modify these styles using focus-visible, but we won’t cover that in this class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Keyboard Navigation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Get in pairs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Find a product on Amazon and add it to your cart only using your keyboard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Keyboard Navigation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Get in pairs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Find a product on Amazon and add it to your cart only using your keyboard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worked?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didn’t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Google Lighthouse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 extension of Chrome Dev Tools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Audits a page for accessibility performance, SEO, etc.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Fairly extensive, but is not a 100% guarantee to make your website completely accessible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Demo Lighthouse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Google Lighthouse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 extension of Chrome Dev Tools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Audits a page for accessibility performance, SEO, etc.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Fairly extensive, but is not a 100% guarantee to make your website completely accessible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Demo Lighthouse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Get in pairs, run Lighthouse on your Project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Prefers Reduced Motion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Intense animations can cause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dizziness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or seizures for some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prefers-reduced-motion media query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Tone down or completely turn off animations if needed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Demo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Spinner Animation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" name="Google Shape;17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Pair program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https://css-loaders.com/spinner/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