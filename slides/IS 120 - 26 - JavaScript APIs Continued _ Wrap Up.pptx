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33133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33133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09cb65c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09cb65c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d5757e2a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d5757e2a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76622e0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76622e0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09cb65c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09cb65c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09cb65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09cb65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e76622e0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e76622e0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e76622e0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e76622e0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e76622e0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e76622e0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e76622e0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e76622e0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e76622e0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e76622e0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e76622e0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e76622e0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e76622e0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e76622e0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e76622e0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e76622e0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e76622e0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e76622e0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e76622e0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e76622e0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e76622e0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e76622e0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e76622e0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e76622e0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e76622e0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e76622e0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e76622e0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e76622e0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e76622e0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e76622e0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e76622e0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e76622e0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e09cb65c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e09cb65c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d/1FhV_pm_LIKKX-gb1B4jymqmmHjV0Oho3QcdblIBq4cY/edit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pp.sli.do/event/v78Efm6AZjQZJBatzVw6Qw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pp.sli.do/event/v78Efm6AZjQZJBatzVw6Qw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youtu.be/mr15Xzb1Ook" TargetMode="External"/><Relationship Id="rId4" Type="http://schemas.openxmlformats.org/officeDocument/2006/relationships/hyperlink" Target="https://play.tailwindcss.com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youtu.be/akDIJa0AP5c" TargetMode="External"/><Relationship Id="rId4" Type="http://schemas.openxmlformats.org/officeDocument/2006/relationships/hyperlink" Target="https://sass-lang.com/guide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youtu.be/sFsRylCQblw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youtu.be/zQnBQ4tB3ZA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youtu.be/Tn6-PIqc4UM" TargetMode="External"/><Relationship Id="rId4" Type="http://schemas.openxmlformats.org/officeDocument/2006/relationships/hyperlink" Target="https://react.dev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APIs Continued / Wrap Up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3 due Tuesday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End of Semester One-on-Ones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April 16th 10:00am - 2:00pm, TNRB W223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https://docs.google.com/spreadsheets/d/1FhV_pm_LIKKX-gb1B4jymqmmHjV0Oho3QcdblIBq4cY/edit?usp=sharing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IMG_9336.PNG"/>
          <p:cNvPicPr preferRelativeResize="0"/>
          <p:nvPr/>
        </p:nvPicPr>
        <p:blipFill rotWithShape="1">
          <a:blip r:embed="rId3">
            <a:alphaModFix/>
          </a:blip>
          <a:srcRect b="10548" l="0" r="0" t="13186"/>
          <a:stretch/>
        </p:blipFill>
        <p:spPr>
          <a:xfrm>
            <a:off x="287875" y="280225"/>
            <a:ext cx="2840424" cy="469454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397025" y="948100"/>
            <a:ext cx="5445000" cy="3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Supabase pauses projects that aren’t being frequently used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They don’t want inactive projects to take up space on their servers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This is how they help keep it free/cheap for their users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3 - JavaScript CRUD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Slido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https://app.sli.do/event/v78Efm6AZjQZJBatzVw6Qw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3 - JavaScript CRUD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Slido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https://app.sli.do/event/v78Efm6AZjQZJBatzVw6Qw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Other questions/things to review for Project 3?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APIs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We’re going to use Vercel AI Gateway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Allows us to pick different models instead of being locked down to a single provider (OpenAI, Anthropic, Google, etc.)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 am going to give you my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PRIVATE API KEY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So please be careful and don’t charge me $100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API Demo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Programmer Tools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Types of tools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I like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Demo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Programmer Tools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Normal Chat Based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ChatGPT, Claude, Gemini, Copilot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Super helpful for Rubber Ducking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Great if you want to ask questions with no context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Planning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an approach, testing ideas, deciding tools to use, breaking down a problem before looking at or writing any code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Programmer Tools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Coding Assistants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that lives with your code. Sometimes built into your IDE (like VS Code) or accessed with your terminal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Has full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context of the current problem you’re trying to solve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Programmer Tools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Cursor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-&gt; Very popular. Fork of VS Code. Gained a lot of hype. Free tier not super generous. 1 year pro free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GitHub Copilot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-&gt; Works within VS Code, don’t have to switch. Widely adopted in enterprise. Free for students.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Claude Code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-&gt; Lives in the terminal. Only uses Claude models. Good for coding multiple things at once. No free tier.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Programmer Tools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Ask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-&gt; Like a normal chat with context of your codebase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Agent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-&gt; Actually writes and executes code for you. Can even execute in your terminal with your approval.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Can be good for debugging if you’re really stuck.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Can also get caught in a doom loop and basically dig itself a hole that it can never get out of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 Favorites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Claude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-&gt; Brief and to the point, tends to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hallucinate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less than others (ChatGPT). Great balance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between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critique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agreeing to everything. Decent free tier, rarely burn through.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GitHub Copilot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-&gt; Free for students! Has an Auto mode that selects the best model for the job, keeps usage low for small tasks. Almost always use Ask mode. I rarely use Agent and usually have to tweak output anyways. I wouldn’t use it if you don’t understand what it’s doing.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Programmer Tools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Honorable Mentions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Google Stitch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-&gt; Website prototyping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Loveable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-&gt; Complete app builder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using prompts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Programming Demo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Should You Learn After This Class?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Honestly, sticking with basic HTML, CSS,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is not a bad idea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I’ve seen many developers cruise on to React or more backend stuff without learning basic frontend skills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 would focus more on getting a deeper understanding of a few skills than I would getting a general understanding of everything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Should You Learn After This Class?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One of the best things you can do for yourself when the semester ends, is to ditch previous projects and start over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Keep picking things you’re passionate or care about first, and the new skills will follow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 you need to learn new tools to accomplish what you want, that’s great. But let that come naturally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Tailwind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https://youtu.be/mr15Xzb1Ook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 design system built using classes, no CSS needed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Great for fast iteration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uses this a lot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https://play.tailwindcss.com/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Sass (SCSS)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" name="Google Shape;16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Syntactically Awesome Style Sheets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https://youtu.be/akDIJa0AP5c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Makes writing CSS a little easier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Adds new features that vanilla CSS doesn’t have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https://sass-lang.com/guide/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PWAs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Progressive Web Apps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https://youtu.be/sFsRylCQblw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Not crazy advanced from what we’re doing in this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Could create something unique and different for your portfolio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This is where mobile development is slowly heading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Spotify, Uber, Starbucks, Google Maps, Trivago, etc.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TypeScript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" name="Google Shape;17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https://youtu.be/zQnBQ4tB3ZA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with guardrails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Super cool, but can be difficult to get used 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Often used with React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React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" name="Google Shape;17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https://youtu.be/Tn6-PIqc4UM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Vanilla JavaScript can get messy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React helps you reuse elements called components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Minimizes a lot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complexity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and allows you to group logic with it’s UI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https://react.dev/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Should You Learn After This Class?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5" name="Google Shape;18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These are just some examples of what I think would be good next steps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 you really want to explore something specific, go for it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can be a great teacher and is really helpful for learning new technologies. Just don’t rely on it too much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Last Day of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1" name="Google Shape;19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Bring Switch controllers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