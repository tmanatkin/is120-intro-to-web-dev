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2624e70d6_0_1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2624e70d6_0_1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0733133f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0733133f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a6112a5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a6112a5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a6112a596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a6112a596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a6112a596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a6112a596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a6112a596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a6112a596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a6112a59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a6112a59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a6112a59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a6112a59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a6112a59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a6112a59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a6112a596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a6112a596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a6112a596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a6112a596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a6112a596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a6112a596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a6112a59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da6112a59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da6112a596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da6112a596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da6112a59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da6112a59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a6112a596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a6112a596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a6112a59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a6112a59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a6112a59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da6112a59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da6112a596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da6112a596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da6112a596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da6112a596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a6112a596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a6112a596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a6112a59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da6112a59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da6112a596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da6112a596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a6112a596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da6112a596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da6112a596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da6112a596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a6112a596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a6112a596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IS 120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Arrays and Loops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Announcements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HW 10 will be posted after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Reading for next week will be posted after class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 array is a collection of data stored in a single variable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Also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referred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to as a 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et fruits =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“orange”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“apple”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“banana”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JavaScript doesn’t care about the type of data in an array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fruits = [“orange”, “apple”, “banana”]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numbers = [2, 1, 23, 98, 29, 1287, 12]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whatever = [true, 1, “1”, “test”, null]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 let you access items by their index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fruits = [“orange”, “apple”, “banana”]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fruits[1]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-&gt;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 let you access items by their index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fruits = [“orange”, “apple”, “banana”]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fruits[1] -&gt; “apple”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 have built in properties and methods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array.length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		-&gt; returns number of items in an array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array.push(val)	-&gt; adds value to the end of an array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array.pop()		-&gt; removes value from the end of an array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fruits = [“orange”, “apple”, “banana”]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fruits.length -&gt;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fruits = [“orange”, “apple”, “banana”]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fruits.length -&gt;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fruits = [“orange”, “apple”, “banana”]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fruits.length -&gt;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fruits.push(“grape”) -&gt;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fruits = [“orange”, “apple”, “banana”]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fruits.length -&gt;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fruits.push(“grape”) -&gt; fruits = [... “grape”]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fruits = [“orange”, “apple”, “banana”]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fruits.length -&gt;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fruits.push(“grape”) -&gt; fruits = [... “grape”]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fruits.pop() -&gt;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Arrays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fruits = [“orange”, “apple”, “banana”]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fruits.length -&gt; 3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fruits.push(“grape”) -&gt; fruits = [... “grape”]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fruits.pop() -&gt; removes last element (“grape”)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Loops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" name="Google Shape;133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Loops allow you to iterate a code block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What kinds of loops are you familiar with?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Loops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Loop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(let i = 0; i &lt; num; i++)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let i = 0;	-&gt; initialization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 &lt; num;	-&gt; condition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i++			-&gt; increment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Loops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Of Loop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(const element of array)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Loops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Loop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while (condition)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While Loop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(condition);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Loops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When would you use each specific type of loop?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Loops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3" name="Google Shape;163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break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 		-&gt; stops the loop completely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continue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	-&gt; skips to the next iteration in the loop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(const fruit of fruits)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break;		&lt;- exits the loop completely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Loops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" name="Google Shape;169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break 		-&gt; stops the loop completely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continue	-&gt; skips to the next iteration in the loop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(const fruit of fruits)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	continue;	&lt;- skips “banana”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querySelectorAll()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5" name="Google Shape;17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querySelectorAll() returns all elements that match query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also have selectors like these, but you don’t need them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getElementsByClassName()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getElementsByTagName()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querySelectorAll()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 weird catch with querySelectorAll()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It returns a NodeList, not an array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You can use it like an array, but we don’t have access to methods like push or pop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forEach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7" name="Google Shape;18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An easy way to pair querySelectorAll() with a loop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Normal for loops let you have more control over the iteration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forEach is a clean and easy way to iterate through a collection (similar to a JavaScript for of loop)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forEach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These do the same thing, and both are equally clean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for (const fruit of fruits)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fruits.forEach(fruit =&gt; {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});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Using Loops in the DOM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9" name="Google Shape;19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Think about how we’ve previously been checking for a radio/checkbox checked value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document.querySelector('input[name="name"]:checked').value;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How could we check for this value differently using loops?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Pair Programming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05" name="Google Shape;20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To Do List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Input and button to add item to an array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457200" rtl="0" algn="l">
              <a:spcBef>
                <a:spcPts val="1000"/>
              </a:spcBef>
              <a:spcAft>
                <a:spcPts val="1000"/>
              </a:spcAft>
              <a:buSzPts val="1800"/>
              <a:buFont typeface="Consolas"/>
              <a:buChar char="-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Render array as items to DOM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